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16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21.svg"/><Relationship Id="rId4" Type="http://schemas.openxmlformats.org/officeDocument/2006/relationships/image" Target="../media/image17.svg"/><Relationship Id="rId9" Type="http://schemas.openxmlformats.org/officeDocument/2006/relationships/image" Target="../media/image20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38.png"/><Relationship Id="rId7" Type="http://schemas.openxmlformats.org/officeDocument/2006/relationships/image" Target="../media/image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10" Type="http://schemas.openxmlformats.org/officeDocument/2006/relationships/image" Target="../media/image43.svg"/><Relationship Id="rId4" Type="http://schemas.openxmlformats.org/officeDocument/2006/relationships/image" Target="../media/image39.svg"/><Relationship Id="rId9" Type="http://schemas.openxmlformats.org/officeDocument/2006/relationships/image" Target="../media/image42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21.svg"/><Relationship Id="rId4" Type="http://schemas.openxmlformats.org/officeDocument/2006/relationships/image" Target="../media/image17.svg"/><Relationship Id="rId9" Type="http://schemas.openxmlformats.org/officeDocument/2006/relationships/image" Target="../media/image20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38.png"/><Relationship Id="rId7" Type="http://schemas.openxmlformats.org/officeDocument/2006/relationships/image" Target="../media/image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10" Type="http://schemas.openxmlformats.org/officeDocument/2006/relationships/image" Target="../media/image43.svg"/><Relationship Id="rId4" Type="http://schemas.openxmlformats.org/officeDocument/2006/relationships/image" Target="../media/image39.svg"/><Relationship Id="rId9" Type="http://schemas.openxmlformats.org/officeDocument/2006/relationships/image" Target="../media/image4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FAF674-914B-420E-917F-5D6DAF95EF7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436C971-1279-458D-A97F-ED22DDC16279}">
      <dgm:prSet/>
      <dgm:spPr/>
      <dgm:t>
        <a:bodyPr/>
        <a:lstStyle/>
        <a:p>
          <a:r>
            <a:rPr lang="en-US"/>
            <a:t>• Business Problem</a:t>
          </a:r>
        </a:p>
      </dgm:t>
    </dgm:pt>
    <dgm:pt modelId="{7E796205-33D3-4655-952F-4D58E1AD393D}" type="parTrans" cxnId="{A8F1A57A-D7EC-42EA-8F77-0EBFC5E2A66B}">
      <dgm:prSet/>
      <dgm:spPr/>
      <dgm:t>
        <a:bodyPr/>
        <a:lstStyle/>
        <a:p>
          <a:endParaRPr lang="en-US"/>
        </a:p>
      </dgm:t>
    </dgm:pt>
    <dgm:pt modelId="{3C1AFBD7-E66F-49D2-9E09-FB3C6C25193D}" type="sibTrans" cxnId="{A8F1A57A-D7EC-42EA-8F77-0EBFC5E2A66B}">
      <dgm:prSet/>
      <dgm:spPr/>
      <dgm:t>
        <a:bodyPr/>
        <a:lstStyle/>
        <a:p>
          <a:endParaRPr lang="en-US"/>
        </a:p>
      </dgm:t>
    </dgm:pt>
    <dgm:pt modelId="{520B9CAA-1195-45BF-9113-09149509955E}">
      <dgm:prSet/>
      <dgm:spPr/>
      <dgm:t>
        <a:bodyPr/>
        <a:lstStyle/>
        <a:p>
          <a:r>
            <a:rPr lang="en-US"/>
            <a:t>• Solution Overview</a:t>
          </a:r>
        </a:p>
      </dgm:t>
    </dgm:pt>
    <dgm:pt modelId="{E05507D3-8999-4F5D-AFB3-2133E637A11A}" type="parTrans" cxnId="{9F50827D-D4D2-446F-BDB4-6580B03DA4A9}">
      <dgm:prSet/>
      <dgm:spPr/>
      <dgm:t>
        <a:bodyPr/>
        <a:lstStyle/>
        <a:p>
          <a:endParaRPr lang="en-US"/>
        </a:p>
      </dgm:t>
    </dgm:pt>
    <dgm:pt modelId="{51CC9F65-224B-4B42-BF7A-4B56A921BF58}" type="sibTrans" cxnId="{9F50827D-D4D2-446F-BDB4-6580B03DA4A9}">
      <dgm:prSet/>
      <dgm:spPr/>
      <dgm:t>
        <a:bodyPr/>
        <a:lstStyle/>
        <a:p>
          <a:endParaRPr lang="en-US"/>
        </a:p>
      </dgm:t>
    </dgm:pt>
    <dgm:pt modelId="{7391C0BE-017A-4D5A-9EBC-9CF18946D2C3}">
      <dgm:prSet/>
      <dgm:spPr/>
      <dgm:t>
        <a:bodyPr/>
        <a:lstStyle/>
        <a:p>
          <a:r>
            <a:rPr lang="en-US"/>
            <a:t>• Machine Learning Approach</a:t>
          </a:r>
        </a:p>
      </dgm:t>
    </dgm:pt>
    <dgm:pt modelId="{20010D67-0EAF-444E-A512-64F8329F0272}" type="parTrans" cxnId="{7F64410D-D2E9-4EC7-BE82-FFFD03DA28D0}">
      <dgm:prSet/>
      <dgm:spPr/>
      <dgm:t>
        <a:bodyPr/>
        <a:lstStyle/>
        <a:p>
          <a:endParaRPr lang="en-US"/>
        </a:p>
      </dgm:t>
    </dgm:pt>
    <dgm:pt modelId="{E0EE9C57-AC14-44A6-9F14-E4DE53F9A186}" type="sibTrans" cxnId="{7F64410D-D2E9-4EC7-BE82-FFFD03DA28D0}">
      <dgm:prSet/>
      <dgm:spPr/>
      <dgm:t>
        <a:bodyPr/>
        <a:lstStyle/>
        <a:p>
          <a:endParaRPr lang="en-US"/>
        </a:p>
      </dgm:t>
    </dgm:pt>
    <dgm:pt modelId="{D402BC9E-6C49-4D63-BE72-D4524FE9D785}">
      <dgm:prSet/>
      <dgm:spPr/>
      <dgm:t>
        <a:bodyPr/>
        <a:lstStyle/>
        <a:p>
          <a:r>
            <a:rPr lang="en-US"/>
            <a:t>• Dashboard Walkthrough</a:t>
          </a:r>
        </a:p>
      </dgm:t>
    </dgm:pt>
    <dgm:pt modelId="{EE119C1D-9CE4-41B1-B6B0-BB154EBBA423}" type="parTrans" cxnId="{ECF9D5A4-750E-41CF-9E63-FFA56EB903A9}">
      <dgm:prSet/>
      <dgm:spPr/>
      <dgm:t>
        <a:bodyPr/>
        <a:lstStyle/>
        <a:p>
          <a:endParaRPr lang="en-US"/>
        </a:p>
      </dgm:t>
    </dgm:pt>
    <dgm:pt modelId="{2311E3DF-A861-4315-9506-1832DD4C3F71}" type="sibTrans" cxnId="{ECF9D5A4-750E-41CF-9E63-FFA56EB903A9}">
      <dgm:prSet/>
      <dgm:spPr/>
      <dgm:t>
        <a:bodyPr/>
        <a:lstStyle/>
        <a:p>
          <a:endParaRPr lang="en-US"/>
        </a:p>
      </dgm:t>
    </dgm:pt>
    <dgm:pt modelId="{4A46E48E-4BEC-481F-AC3B-796F9A9B665B}">
      <dgm:prSet/>
      <dgm:spPr/>
      <dgm:t>
        <a:bodyPr/>
        <a:lstStyle/>
        <a:p>
          <a:r>
            <a:rPr lang="en-US"/>
            <a:t>• Key Insights</a:t>
          </a:r>
        </a:p>
      </dgm:t>
    </dgm:pt>
    <dgm:pt modelId="{F6B1471A-88AF-411F-A9DE-3831EDCF5F51}" type="parTrans" cxnId="{B0B09C1B-3AB8-40C8-A1DA-4859C0151DA6}">
      <dgm:prSet/>
      <dgm:spPr/>
      <dgm:t>
        <a:bodyPr/>
        <a:lstStyle/>
        <a:p>
          <a:endParaRPr lang="en-US"/>
        </a:p>
      </dgm:t>
    </dgm:pt>
    <dgm:pt modelId="{E69B3051-7CB5-48CC-B690-2F7EF4B92A39}" type="sibTrans" cxnId="{B0B09C1B-3AB8-40C8-A1DA-4859C0151DA6}">
      <dgm:prSet/>
      <dgm:spPr/>
      <dgm:t>
        <a:bodyPr/>
        <a:lstStyle/>
        <a:p>
          <a:endParaRPr lang="en-US"/>
        </a:p>
      </dgm:t>
    </dgm:pt>
    <dgm:pt modelId="{43FCAAB2-6CD7-48D5-AC31-7FB105EE36DB}">
      <dgm:prSet/>
      <dgm:spPr/>
      <dgm:t>
        <a:bodyPr/>
        <a:lstStyle/>
        <a:p>
          <a:r>
            <a:rPr lang="en-US"/>
            <a:t>• Business Impact</a:t>
          </a:r>
        </a:p>
      </dgm:t>
    </dgm:pt>
    <dgm:pt modelId="{59C5F227-486E-4914-B45C-6D902CAA25EA}" type="parTrans" cxnId="{09BDCDFE-090D-46A6-A671-782B39211A3A}">
      <dgm:prSet/>
      <dgm:spPr/>
      <dgm:t>
        <a:bodyPr/>
        <a:lstStyle/>
        <a:p>
          <a:endParaRPr lang="en-US"/>
        </a:p>
      </dgm:t>
    </dgm:pt>
    <dgm:pt modelId="{0C8017BB-540C-4622-A656-B53CEB6E32D0}" type="sibTrans" cxnId="{09BDCDFE-090D-46A6-A671-782B39211A3A}">
      <dgm:prSet/>
      <dgm:spPr/>
      <dgm:t>
        <a:bodyPr/>
        <a:lstStyle/>
        <a:p>
          <a:endParaRPr lang="en-US"/>
        </a:p>
      </dgm:t>
    </dgm:pt>
    <dgm:pt modelId="{9AEB66BB-2AA0-4AA0-BF74-DB95D3C02A53}" type="pres">
      <dgm:prSet presAssocID="{2EFAF674-914B-420E-917F-5D6DAF95EF70}" presName="root" presStyleCnt="0">
        <dgm:presLayoutVars>
          <dgm:dir/>
          <dgm:resizeHandles val="exact"/>
        </dgm:presLayoutVars>
      </dgm:prSet>
      <dgm:spPr/>
    </dgm:pt>
    <dgm:pt modelId="{09A7DA59-F835-400C-88F3-1145E761A82A}" type="pres">
      <dgm:prSet presAssocID="{1436C971-1279-458D-A97F-ED22DDC16279}" presName="compNode" presStyleCnt="0"/>
      <dgm:spPr/>
    </dgm:pt>
    <dgm:pt modelId="{69F45044-662C-45B8-A1B4-9F06643169FB}" type="pres">
      <dgm:prSet presAssocID="{1436C971-1279-458D-A97F-ED22DDC16279}" presName="bgRect" presStyleLbl="bgShp" presStyleIdx="0" presStyleCnt="6"/>
      <dgm:spPr/>
    </dgm:pt>
    <dgm:pt modelId="{3CA88E76-8C52-478A-B0EC-3E08C36EE8AD}" type="pres">
      <dgm:prSet presAssocID="{1436C971-1279-458D-A97F-ED22DDC16279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016DF17F-165B-4F29-A39E-28CD94AA44F5}" type="pres">
      <dgm:prSet presAssocID="{1436C971-1279-458D-A97F-ED22DDC16279}" presName="spaceRect" presStyleCnt="0"/>
      <dgm:spPr/>
    </dgm:pt>
    <dgm:pt modelId="{2F9263AC-7CBE-453E-8115-569EC666353F}" type="pres">
      <dgm:prSet presAssocID="{1436C971-1279-458D-A97F-ED22DDC16279}" presName="parTx" presStyleLbl="revTx" presStyleIdx="0" presStyleCnt="6">
        <dgm:presLayoutVars>
          <dgm:chMax val="0"/>
          <dgm:chPref val="0"/>
        </dgm:presLayoutVars>
      </dgm:prSet>
      <dgm:spPr/>
    </dgm:pt>
    <dgm:pt modelId="{CD11B02C-167F-4FE6-B250-4357AFF8E6EE}" type="pres">
      <dgm:prSet presAssocID="{3C1AFBD7-E66F-49D2-9E09-FB3C6C25193D}" presName="sibTrans" presStyleCnt="0"/>
      <dgm:spPr/>
    </dgm:pt>
    <dgm:pt modelId="{427CE030-1EE0-4CFE-9461-BE884AAF4078}" type="pres">
      <dgm:prSet presAssocID="{520B9CAA-1195-45BF-9113-09149509955E}" presName="compNode" presStyleCnt="0"/>
      <dgm:spPr/>
    </dgm:pt>
    <dgm:pt modelId="{0F61AF3A-662F-457C-AA83-329820DF9683}" type="pres">
      <dgm:prSet presAssocID="{520B9CAA-1195-45BF-9113-09149509955E}" presName="bgRect" presStyleLbl="bgShp" presStyleIdx="1" presStyleCnt="6"/>
      <dgm:spPr/>
    </dgm:pt>
    <dgm:pt modelId="{B1ED723E-C6DF-4793-8452-5DD5D9359C6D}" type="pres">
      <dgm:prSet presAssocID="{520B9CAA-1195-45BF-9113-09149509955E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E9A22460-B568-4B51-8682-435748B8D86C}" type="pres">
      <dgm:prSet presAssocID="{520B9CAA-1195-45BF-9113-09149509955E}" presName="spaceRect" presStyleCnt="0"/>
      <dgm:spPr/>
    </dgm:pt>
    <dgm:pt modelId="{E5206BFC-26EB-4858-96F8-436B99EAA642}" type="pres">
      <dgm:prSet presAssocID="{520B9CAA-1195-45BF-9113-09149509955E}" presName="parTx" presStyleLbl="revTx" presStyleIdx="1" presStyleCnt="6">
        <dgm:presLayoutVars>
          <dgm:chMax val="0"/>
          <dgm:chPref val="0"/>
        </dgm:presLayoutVars>
      </dgm:prSet>
      <dgm:spPr/>
    </dgm:pt>
    <dgm:pt modelId="{B7D5B306-35CD-45E6-9BF8-428C2EE07A9B}" type="pres">
      <dgm:prSet presAssocID="{51CC9F65-224B-4B42-BF7A-4B56A921BF58}" presName="sibTrans" presStyleCnt="0"/>
      <dgm:spPr/>
    </dgm:pt>
    <dgm:pt modelId="{F2E289B8-4C58-4D3E-9EEB-4CEC6D583F02}" type="pres">
      <dgm:prSet presAssocID="{7391C0BE-017A-4D5A-9EBC-9CF18946D2C3}" presName="compNode" presStyleCnt="0"/>
      <dgm:spPr/>
    </dgm:pt>
    <dgm:pt modelId="{3183BDA6-E964-4F75-A750-0D7F397B62A8}" type="pres">
      <dgm:prSet presAssocID="{7391C0BE-017A-4D5A-9EBC-9CF18946D2C3}" presName="bgRect" presStyleLbl="bgShp" presStyleIdx="2" presStyleCnt="6"/>
      <dgm:spPr/>
    </dgm:pt>
    <dgm:pt modelId="{CA3CB77B-9860-4211-A29E-C2851EF378E1}" type="pres">
      <dgm:prSet presAssocID="{7391C0BE-017A-4D5A-9EBC-9CF18946D2C3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13FBE7B-1545-40AC-806C-83AAA579F8D9}" type="pres">
      <dgm:prSet presAssocID="{7391C0BE-017A-4D5A-9EBC-9CF18946D2C3}" presName="spaceRect" presStyleCnt="0"/>
      <dgm:spPr/>
    </dgm:pt>
    <dgm:pt modelId="{6E848E33-2B9F-4C01-A951-322630F07EAA}" type="pres">
      <dgm:prSet presAssocID="{7391C0BE-017A-4D5A-9EBC-9CF18946D2C3}" presName="parTx" presStyleLbl="revTx" presStyleIdx="2" presStyleCnt="6">
        <dgm:presLayoutVars>
          <dgm:chMax val="0"/>
          <dgm:chPref val="0"/>
        </dgm:presLayoutVars>
      </dgm:prSet>
      <dgm:spPr/>
    </dgm:pt>
    <dgm:pt modelId="{834D0C01-B4FC-4896-A3A1-3A0F7609F1DD}" type="pres">
      <dgm:prSet presAssocID="{E0EE9C57-AC14-44A6-9F14-E4DE53F9A186}" presName="sibTrans" presStyleCnt="0"/>
      <dgm:spPr/>
    </dgm:pt>
    <dgm:pt modelId="{1CECC6B8-13F0-4CEC-A772-8FBFD57757F2}" type="pres">
      <dgm:prSet presAssocID="{D402BC9E-6C49-4D63-BE72-D4524FE9D785}" presName="compNode" presStyleCnt="0"/>
      <dgm:spPr/>
    </dgm:pt>
    <dgm:pt modelId="{492CA065-59A9-4DDA-9E83-FFAD1306CEEE}" type="pres">
      <dgm:prSet presAssocID="{D402BC9E-6C49-4D63-BE72-D4524FE9D785}" presName="bgRect" presStyleLbl="bgShp" presStyleIdx="3" presStyleCnt="6"/>
      <dgm:spPr/>
    </dgm:pt>
    <dgm:pt modelId="{C4A29E95-D151-4983-A35E-6AF47A6B051F}" type="pres">
      <dgm:prSet presAssocID="{D402BC9E-6C49-4D63-BE72-D4524FE9D785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D78A901F-B396-4573-86C6-AAA486B838D3}" type="pres">
      <dgm:prSet presAssocID="{D402BC9E-6C49-4D63-BE72-D4524FE9D785}" presName="spaceRect" presStyleCnt="0"/>
      <dgm:spPr/>
    </dgm:pt>
    <dgm:pt modelId="{C231F3BB-1A23-4A30-B74B-5A2CF13E3DDA}" type="pres">
      <dgm:prSet presAssocID="{D402BC9E-6C49-4D63-BE72-D4524FE9D785}" presName="parTx" presStyleLbl="revTx" presStyleIdx="3" presStyleCnt="6">
        <dgm:presLayoutVars>
          <dgm:chMax val="0"/>
          <dgm:chPref val="0"/>
        </dgm:presLayoutVars>
      </dgm:prSet>
      <dgm:spPr/>
    </dgm:pt>
    <dgm:pt modelId="{EF789877-1F0E-4718-9E22-3FF7097BED45}" type="pres">
      <dgm:prSet presAssocID="{2311E3DF-A861-4315-9506-1832DD4C3F71}" presName="sibTrans" presStyleCnt="0"/>
      <dgm:spPr/>
    </dgm:pt>
    <dgm:pt modelId="{E5FE4919-6D24-4A97-967F-976B90DF05F9}" type="pres">
      <dgm:prSet presAssocID="{4A46E48E-4BEC-481F-AC3B-796F9A9B665B}" presName="compNode" presStyleCnt="0"/>
      <dgm:spPr/>
    </dgm:pt>
    <dgm:pt modelId="{85A52E3C-FBF5-4232-94FA-69F61861D368}" type="pres">
      <dgm:prSet presAssocID="{4A46E48E-4BEC-481F-AC3B-796F9A9B665B}" presName="bgRect" presStyleLbl="bgShp" presStyleIdx="4" presStyleCnt="6"/>
      <dgm:spPr/>
    </dgm:pt>
    <dgm:pt modelId="{29653314-9F12-44E7-9CD5-B38B5EC02E3B}" type="pres">
      <dgm:prSet presAssocID="{4A46E48E-4BEC-481F-AC3B-796F9A9B665B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9B17FE70-C190-4F74-94CE-9232627E86CC}" type="pres">
      <dgm:prSet presAssocID="{4A46E48E-4BEC-481F-AC3B-796F9A9B665B}" presName="spaceRect" presStyleCnt="0"/>
      <dgm:spPr/>
    </dgm:pt>
    <dgm:pt modelId="{76AC8286-5F29-49D2-8E4C-F836B03D340C}" type="pres">
      <dgm:prSet presAssocID="{4A46E48E-4BEC-481F-AC3B-796F9A9B665B}" presName="parTx" presStyleLbl="revTx" presStyleIdx="4" presStyleCnt="6">
        <dgm:presLayoutVars>
          <dgm:chMax val="0"/>
          <dgm:chPref val="0"/>
        </dgm:presLayoutVars>
      </dgm:prSet>
      <dgm:spPr/>
    </dgm:pt>
    <dgm:pt modelId="{6A298126-1DDA-4154-83F3-2F8D571F9597}" type="pres">
      <dgm:prSet presAssocID="{E69B3051-7CB5-48CC-B690-2F7EF4B92A39}" presName="sibTrans" presStyleCnt="0"/>
      <dgm:spPr/>
    </dgm:pt>
    <dgm:pt modelId="{A3848FA2-8EB9-4903-85D3-B65604BACA69}" type="pres">
      <dgm:prSet presAssocID="{43FCAAB2-6CD7-48D5-AC31-7FB105EE36DB}" presName="compNode" presStyleCnt="0"/>
      <dgm:spPr/>
    </dgm:pt>
    <dgm:pt modelId="{1353933E-85C3-4E77-8425-5D3B92A180F9}" type="pres">
      <dgm:prSet presAssocID="{43FCAAB2-6CD7-48D5-AC31-7FB105EE36DB}" presName="bgRect" presStyleLbl="bgShp" presStyleIdx="5" presStyleCnt="6"/>
      <dgm:spPr/>
    </dgm:pt>
    <dgm:pt modelId="{818832A9-4D95-4ECF-A386-D2C639183E6F}" type="pres">
      <dgm:prSet presAssocID="{43FCAAB2-6CD7-48D5-AC31-7FB105EE36DB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831A4A95-F285-49F2-B272-AFD2B96AB855}" type="pres">
      <dgm:prSet presAssocID="{43FCAAB2-6CD7-48D5-AC31-7FB105EE36DB}" presName="spaceRect" presStyleCnt="0"/>
      <dgm:spPr/>
    </dgm:pt>
    <dgm:pt modelId="{558EB247-7A1E-46AD-BFFA-C23BE9971BF0}" type="pres">
      <dgm:prSet presAssocID="{43FCAAB2-6CD7-48D5-AC31-7FB105EE36DB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7F64410D-D2E9-4EC7-BE82-FFFD03DA28D0}" srcId="{2EFAF674-914B-420E-917F-5D6DAF95EF70}" destId="{7391C0BE-017A-4D5A-9EBC-9CF18946D2C3}" srcOrd="2" destOrd="0" parTransId="{20010D67-0EAF-444E-A512-64F8329F0272}" sibTransId="{E0EE9C57-AC14-44A6-9F14-E4DE53F9A186}"/>
    <dgm:cxn modelId="{B0B09C1B-3AB8-40C8-A1DA-4859C0151DA6}" srcId="{2EFAF674-914B-420E-917F-5D6DAF95EF70}" destId="{4A46E48E-4BEC-481F-AC3B-796F9A9B665B}" srcOrd="4" destOrd="0" parTransId="{F6B1471A-88AF-411F-A9DE-3831EDCF5F51}" sibTransId="{E69B3051-7CB5-48CC-B690-2F7EF4B92A39}"/>
    <dgm:cxn modelId="{DA44D731-A9E1-4733-A123-8486C413FAE8}" type="presOf" srcId="{4A46E48E-4BEC-481F-AC3B-796F9A9B665B}" destId="{76AC8286-5F29-49D2-8E4C-F836B03D340C}" srcOrd="0" destOrd="0" presId="urn:microsoft.com/office/officeart/2018/2/layout/IconVerticalSolidList"/>
    <dgm:cxn modelId="{6DF95B3D-A02F-4B51-AD42-A320149E2479}" type="presOf" srcId="{520B9CAA-1195-45BF-9113-09149509955E}" destId="{E5206BFC-26EB-4858-96F8-436B99EAA642}" srcOrd="0" destOrd="0" presId="urn:microsoft.com/office/officeart/2018/2/layout/IconVerticalSolidList"/>
    <dgm:cxn modelId="{A8F1A57A-D7EC-42EA-8F77-0EBFC5E2A66B}" srcId="{2EFAF674-914B-420E-917F-5D6DAF95EF70}" destId="{1436C971-1279-458D-A97F-ED22DDC16279}" srcOrd="0" destOrd="0" parTransId="{7E796205-33D3-4655-952F-4D58E1AD393D}" sibTransId="{3C1AFBD7-E66F-49D2-9E09-FB3C6C25193D}"/>
    <dgm:cxn modelId="{08E8917C-497A-4547-8AB9-CC51401ED6AB}" type="presOf" srcId="{D402BC9E-6C49-4D63-BE72-D4524FE9D785}" destId="{C231F3BB-1A23-4A30-B74B-5A2CF13E3DDA}" srcOrd="0" destOrd="0" presId="urn:microsoft.com/office/officeart/2018/2/layout/IconVerticalSolidList"/>
    <dgm:cxn modelId="{9F50827D-D4D2-446F-BDB4-6580B03DA4A9}" srcId="{2EFAF674-914B-420E-917F-5D6DAF95EF70}" destId="{520B9CAA-1195-45BF-9113-09149509955E}" srcOrd="1" destOrd="0" parTransId="{E05507D3-8999-4F5D-AFB3-2133E637A11A}" sibTransId="{51CC9F65-224B-4B42-BF7A-4B56A921BF58}"/>
    <dgm:cxn modelId="{ECF9D5A4-750E-41CF-9E63-FFA56EB903A9}" srcId="{2EFAF674-914B-420E-917F-5D6DAF95EF70}" destId="{D402BC9E-6C49-4D63-BE72-D4524FE9D785}" srcOrd="3" destOrd="0" parTransId="{EE119C1D-9CE4-41B1-B6B0-BB154EBBA423}" sibTransId="{2311E3DF-A861-4315-9506-1832DD4C3F71}"/>
    <dgm:cxn modelId="{B6CD2FB1-F2E0-4B21-B0DB-F1459E336A27}" type="presOf" srcId="{1436C971-1279-458D-A97F-ED22DDC16279}" destId="{2F9263AC-7CBE-453E-8115-569EC666353F}" srcOrd="0" destOrd="0" presId="urn:microsoft.com/office/officeart/2018/2/layout/IconVerticalSolidList"/>
    <dgm:cxn modelId="{3F8F7AB6-7931-4B22-83B6-32EF1F2912FC}" type="presOf" srcId="{2EFAF674-914B-420E-917F-5D6DAF95EF70}" destId="{9AEB66BB-2AA0-4AA0-BF74-DB95D3C02A53}" srcOrd="0" destOrd="0" presId="urn:microsoft.com/office/officeart/2018/2/layout/IconVerticalSolidList"/>
    <dgm:cxn modelId="{CDB8CED0-A24E-42D6-812D-DB81E8DDBB32}" type="presOf" srcId="{43FCAAB2-6CD7-48D5-AC31-7FB105EE36DB}" destId="{558EB247-7A1E-46AD-BFFA-C23BE9971BF0}" srcOrd="0" destOrd="0" presId="urn:microsoft.com/office/officeart/2018/2/layout/IconVerticalSolidList"/>
    <dgm:cxn modelId="{4DFF22F8-5CD9-40DD-8EEF-982D3FEDCA64}" type="presOf" srcId="{7391C0BE-017A-4D5A-9EBC-9CF18946D2C3}" destId="{6E848E33-2B9F-4C01-A951-322630F07EAA}" srcOrd="0" destOrd="0" presId="urn:microsoft.com/office/officeart/2018/2/layout/IconVerticalSolidList"/>
    <dgm:cxn modelId="{09BDCDFE-090D-46A6-A671-782B39211A3A}" srcId="{2EFAF674-914B-420E-917F-5D6DAF95EF70}" destId="{43FCAAB2-6CD7-48D5-AC31-7FB105EE36DB}" srcOrd="5" destOrd="0" parTransId="{59C5F227-486E-4914-B45C-6D902CAA25EA}" sibTransId="{0C8017BB-540C-4622-A656-B53CEB6E32D0}"/>
    <dgm:cxn modelId="{FBAA7CD0-A478-4794-A43B-60A749102414}" type="presParOf" srcId="{9AEB66BB-2AA0-4AA0-BF74-DB95D3C02A53}" destId="{09A7DA59-F835-400C-88F3-1145E761A82A}" srcOrd="0" destOrd="0" presId="urn:microsoft.com/office/officeart/2018/2/layout/IconVerticalSolidList"/>
    <dgm:cxn modelId="{B22A2CAC-11C7-4D4D-9088-1BEF4F7EAC2A}" type="presParOf" srcId="{09A7DA59-F835-400C-88F3-1145E761A82A}" destId="{69F45044-662C-45B8-A1B4-9F06643169FB}" srcOrd="0" destOrd="0" presId="urn:microsoft.com/office/officeart/2018/2/layout/IconVerticalSolidList"/>
    <dgm:cxn modelId="{E4379896-76C6-4961-B97B-B87595C3FB77}" type="presParOf" srcId="{09A7DA59-F835-400C-88F3-1145E761A82A}" destId="{3CA88E76-8C52-478A-B0EC-3E08C36EE8AD}" srcOrd="1" destOrd="0" presId="urn:microsoft.com/office/officeart/2018/2/layout/IconVerticalSolidList"/>
    <dgm:cxn modelId="{25CC6B68-4147-4CE9-8D2B-9513D3A9BE9F}" type="presParOf" srcId="{09A7DA59-F835-400C-88F3-1145E761A82A}" destId="{016DF17F-165B-4F29-A39E-28CD94AA44F5}" srcOrd="2" destOrd="0" presId="urn:microsoft.com/office/officeart/2018/2/layout/IconVerticalSolidList"/>
    <dgm:cxn modelId="{E9136D65-AA95-4A7B-BB0D-C832137056F8}" type="presParOf" srcId="{09A7DA59-F835-400C-88F3-1145E761A82A}" destId="{2F9263AC-7CBE-453E-8115-569EC666353F}" srcOrd="3" destOrd="0" presId="urn:microsoft.com/office/officeart/2018/2/layout/IconVerticalSolidList"/>
    <dgm:cxn modelId="{5BA42827-A7AE-431E-A8C2-46A654DEEFF4}" type="presParOf" srcId="{9AEB66BB-2AA0-4AA0-BF74-DB95D3C02A53}" destId="{CD11B02C-167F-4FE6-B250-4357AFF8E6EE}" srcOrd="1" destOrd="0" presId="urn:microsoft.com/office/officeart/2018/2/layout/IconVerticalSolidList"/>
    <dgm:cxn modelId="{B028B488-69C9-4C71-A019-5484D69D4233}" type="presParOf" srcId="{9AEB66BB-2AA0-4AA0-BF74-DB95D3C02A53}" destId="{427CE030-1EE0-4CFE-9461-BE884AAF4078}" srcOrd="2" destOrd="0" presId="urn:microsoft.com/office/officeart/2018/2/layout/IconVerticalSolidList"/>
    <dgm:cxn modelId="{E19E6C69-2B79-4324-831C-05929B40154C}" type="presParOf" srcId="{427CE030-1EE0-4CFE-9461-BE884AAF4078}" destId="{0F61AF3A-662F-457C-AA83-329820DF9683}" srcOrd="0" destOrd="0" presId="urn:microsoft.com/office/officeart/2018/2/layout/IconVerticalSolidList"/>
    <dgm:cxn modelId="{3A83C123-EE1C-49B9-BAFC-6E7C1B91C3CA}" type="presParOf" srcId="{427CE030-1EE0-4CFE-9461-BE884AAF4078}" destId="{B1ED723E-C6DF-4793-8452-5DD5D9359C6D}" srcOrd="1" destOrd="0" presId="urn:microsoft.com/office/officeart/2018/2/layout/IconVerticalSolidList"/>
    <dgm:cxn modelId="{D6DAABFA-8B27-4ACC-972B-0B811349CEC0}" type="presParOf" srcId="{427CE030-1EE0-4CFE-9461-BE884AAF4078}" destId="{E9A22460-B568-4B51-8682-435748B8D86C}" srcOrd="2" destOrd="0" presId="urn:microsoft.com/office/officeart/2018/2/layout/IconVerticalSolidList"/>
    <dgm:cxn modelId="{6B357455-CB00-4571-ADCF-CF6217ADC5D0}" type="presParOf" srcId="{427CE030-1EE0-4CFE-9461-BE884AAF4078}" destId="{E5206BFC-26EB-4858-96F8-436B99EAA642}" srcOrd="3" destOrd="0" presId="urn:microsoft.com/office/officeart/2018/2/layout/IconVerticalSolidList"/>
    <dgm:cxn modelId="{9BB5AB2F-8B19-451D-B9AE-96DE5586B643}" type="presParOf" srcId="{9AEB66BB-2AA0-4AA0-BF74-DB95D3C02A53}" destId="{B7D5B306-35CD-45E6-9BF8-428C2EE07A9B}" srcOrd="3" destOrd="0" presId="urn:microsoft.com/office/officeart/2018/2/layout/IconVerticalSolidList"/>
    <dgm:cxn modelId="{7426C508-28F6-4B45-9CC7-07DE99E11A7C}" type="presParOf" srcId="{9AEB66BB-2AA0-4AA0-BF74-DB95D3C02A53}" destId="{F2E289B8-4C58-4D3E-9EEB-4CEC6D583F02}" srcOrd="4" destOrd="0" presId="urn:microsoft.com/office/officeart/2018/2/layout/IconVerticalSolidList"/>
    <dgm:cxn modelId="{22CC0EC1-5236-4255-8135-EB83EECA5500}" type="presParOf" srcId="{F2E289B8-4C58-4D3E-9EEB-4CEC6D583F02}" destId="{3183BDA6-E964-4F75-A750-0D7F397B62A8}" srcOrd="0" destOrd="0" presId="urn:microsoft.com/office/officeart/2018/2/layout/IconVerticalSolidList"/>
    <dgm:cxn modelId="{ED899BF1-5393-430D-B5AA-EFF3ED0A3A0A}" type="presParOf" srcId="{F2E289B8-4C58-4D3E-9EEB-4CEC6D583F02}" destId="{CA3CB77B-9860-4211-A29E-C2851EF378E1}" srcOrd="1" destOrd="0" presId="urn:microsoft.com/office/officeart/2018/2/layout/IconVerticalSolidList"/>
    <dgm:cxn modelId="{D2198334-B1DA-4BE7-A4FE-026A010A7706}" type="presParOf" srcId="{F2E289B8-4C58-4D3E-9EEB-4CEC6D583F02}" destId="{513FBE7B-1545-40AC-806C-83AAA579F8D9}" srcOrd="2" destOrd="0" presId="urn:microsoft.com/office/officeart/2018/2/layout/IconVerticalSolidList"/>
    <dgm:cxn modelId="{2E020F50-AACA-4F18-B2B4-FAE0EC767E07}" type="presParOf" srcId="{F2E289B8-4C58-4D3E-9EEB-4CEC6D583F02}" destId="{6E848E33-2B9F-4C01-A951-322630F07EAA}" srcOrd="3" destOrd="0" presId="urn:microsoft.com/office/officeart/2018/2/layout/IconVerticalSolidList"/>
    <dgm:cxn modelId="{175412E0-F200-4D91-BDFA-310F36FA4A6F}" type="presParOf" srcId="{9AEB66BB-2AA0-4AA0-BF74-DB95D3C02A53}" destId="{834D0C01-B4FC-4896-A3A1-3A0F7609F1DD}" srcOrd="5" destOrd="0" presId="urn:microsoft.com/office/officeart/2018/2/layout/IconVerticalSolidList"/>
    <dgm:cxn modelId="{DDE9A468-EEC5-4C63-A506-2D735E815EE9}" type="presParOf" srcId="{9AEB66BB-2AA0-4AA0-BF74-DB95D3C02A53}" destId="{1CECC6B8-13F0-4CEC-A772-8FBFD57757F2}" srcOrd="6" destOrd="0" presId="urn:microsoft.com/office/officeart/2018/2/layout/IconVerticalSolidList"/>
    <dgm:cxn modelId="{F582B693-B11C-46E2-B705-FE5D4A7AC1A8}" type="presParOf" srcId="{1CECC6B8-13F0-4CEC-A772-8FBFD57757F2}" destId="{492CA065-59A9-4DDA-9E83-FFAD1306CEEE}" srcOrd="0" destOrd="0" presId="urn:microsoft.com/office/officeart/2018/2/layout/IconVerticalSolidList"/>
    <dgm:cxn modelId="{36A8DD65-76DB-49A7-B2E2-7D29CD5BD29F}" type="presParOf" srcId="{1CECC6B8-13F0-4CEC-A772-8FBFD57757F2}" destId="{C4A29E95-D151-4983-A35E-6AF47A6B051F}" srcOrd="1" destOrd="0" presId="urn:microsoft.com/office/officeart/2018/2/layout/IconVerticalSolidList"/>
    <dgm:cxn modelId="{D016490B-51AC-49B2-A5AF-CE2C850196E9}" type="presParOf" srcId="{1CECC6B8-13F0-4CEC-A772-8FBFD57757F2}" destId="{D78A901F-B396-4573-86C6-AAA486B838D3}" srcOrd="2" destOrd="0" presId="urn:microsoft.com/office/officeart/2018/2/layout/IconVerticalSolidList"/>
    <dgm:cxn modelId="{1C379D70-578A-4C45-994A-452688DD3373}" type="presParOf" srcId="{1CECC6B8-13F0-4CEC-A772-8FBFD57757F2}" destId="{C231F3BB-1A23-4A30-B74B-5A2CF13E3DDA}" srcOrd="3" destOrd="0" presId="urn:microsoft.com/office/officeart/2018/2/layout/IconVerticalSolidList"/>
    <dgm:cxn modelId="{EB1B834F-7668-4157-AAF3-1E66332ED4C4}" type="presParOf" srcId="{9AEB66BB-2AA0-4AA0-BF74-DB95D3C02A53}" destId="{EF789877-1F0E-4718-9E22-3FF7097BED45}" srcOrd="7" destOrd="0" presId="urn:microsoft.com/office/officeart/2018/2/layout/IconVerticalSolidList"/>
    <dgm:cxn modelId="{20C41F0D-DFF5-4D74-8F4C-02456EA56CCF}" type="presParOf" srcId="{9AEB66BB-2AA0-4AA0-BF74-DB95D3C02A53}" destId="{E5FE4919-6D24-4A97-967F-976B90DF05F9}" srcOrd="8" destOrd="0" presId="urn:microsoft.com/office/officeart/2018/2/layout/IconVerticalSolidList"/>
    <dgm:cxn modelId="{5F1F6677-658C-4EA1-B7BD-71658C70E041}" type="presParOf" srcId="{E5FE4919-6D24-4A97-967F-976B90DF05F9}" destId="{85A52E3C-FBF5-4232-94FA-69F61861D368}" srcOrd="0" destOrd="0" presId="urn:microsoft.com/office/officeart/2018/2/layout/IconVerticalSolidList"/>
    <dgm:cxn modelId="{0B4783F1-DB9D-4778-AF49-38830D617414}" type="presParOf" srcId="{E5FE4919-6D24-4A97-967F-976B90DF05F9}" destId="{29653314-9F12-44E7-9CD5-B38B5EC02E3B}" srcOrd="1" destOrd="0" presId="urn:microsoft.com/office/officeart/2018/2/layout/IconVerticalSolidList"/>
    <dgm:cxn modelId="{34A96B54-8886-4EF8-8474-E350E18DEDE6}" type="presParOf" srcId="{E5FE4919-6D24-4A97-967F-976B90DF05F9}" destId="{9B17FE70-C190-4F74-94CE-9232627E86CC}" srcOrd="2" destOrd="0" presId="urn:microsoft.com/office/officeart/2018/2/layout/IconVerticalSolidList"/>
    <dgm:cxn modelId="{ABF428E6-7414-4F63-80D7-0067250DF03B}" type="presParOf" srcId="{E5FE4919-6D24-4A97-967F-976B90DF05F9}" destId="{76AC8286-5F29-49D2-8E4C-F836B03D340C}" srcOrd="3" destOrd="0" presId="urn:microsoft.com/office/officeart/2018/2/layout/IconVerticalSolidList"/>
    <dgm:cxn modelId="{F0E4B9CB-DC4A-4D39-8F1C-5C2D48F24FD2}" type="presParOf" srcId="{9AEB66BB-2AA0-4AA0-BF74-DB95D3C02A53}" destId="{6A298126-1DDA-4154-83F3-2F8D571F9597}" srcOrd="9" destOrd="0" presId="urn:microsoft.com/office/officeart/2018/2/layout/IconVerticalSolidList"/>
    <dgm:cxn modelId="{DC6F8CA6-4313-417A-975B-85C52E5AEA0E}" type="presParOf" srcId="{9AEB66BB-2AA0-4AA0-BF74-DB95D3C02A53}" destId="{A3848FA2-8EB9-4903-85D3-B65604BACA69}" srcOrd="10" destOrd="0" presId="urn:microsoft.com/office/officeart/2018/2/layout/IconVerticalSolidList"/>
    <dgm:cxn modelId="{ACC0B994-A5F8-4373-AC8F-88B551C6ED77}" type="presParOf" srcId="{A3848FA2-8EB9-4903-85D3-B65604BACA69}" destId="{1353933E-85C3-4E77-8425-5D3B92A180F9}" srcOrd="0" destOrd="0" presId="urn:microsoft.com/office/officeart/2018/2/layout/IconVerticalSolidList"/>
    <dgm:cxn modelId="{7538379A-D517-40BD-8521-5B362C8366C2}" type="presParOf" srcId="{A3848FA2-8EB9-4903-85D3-B65604BACA69}" destId="{818832A9-4D95-4ECF-A386-D2C639183E6F}" srcOrd="1" destOrd="0" presId="urn:microsoft.com/office/officeart/2018/2/layout/IconVerticalSolidList"/>
    <dgm:cxn modelId="{2E403736-D103-4905-9EC7-2078A2D5B31A}" type="presParOf" srcId="{A3848FA2-8EB9-4903-85D3-B65604BACA69}" destId="{831A4A95-F285-49F2-B272-AFD2B96AB855}" srcOrd="2" destOrd="0" presId="urn:microsoft.com/office/officeart/2018/2/layout/IconVerticalSolidList"/>
    <dgm:cxn modelId="{160AA0EB-358A-4387-85E7-308E9B04829C}" type="presParOf" srcId="{A3848FA2-8EB9-4903-85D3-B65604BACA69}" destId="{558EB247-7A1E-46AD-BFFA-C23BE9971BF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E80E655-3308-4B8E-B2A7-2034C63419EE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C3551D0-3802-4563-8F89-4E863709895B}">
      <dgm:prSet/>
      <dgm:spPr/>
      <dgm:t>
        <a:bodyPr/>
        <a:lstStyle/>
        <a:p>
          <a:r>
            <a:rPr lang="en-US"/>
            <a:t>Traditional credit risk assessment is reactive and manual.</a:t>
          </a:r>
        </a:p>
      </dgm:t>
    </dgm:pt>
    <dgm:pt modelId="{7FF4512F-E880-4CFD-9F52-D6A14F597DED}" type="parTrans" cxnId="{1545BF9E-A0BE-4DCA-AE27-5B536548F77D}">
      <dgm:prSet/>
      <dgm:spPr/>
      <dgm:t>
        <a:bodyPr/>
        <a:lstStyle/>
        <a:p>
          <a:endParaRPr lang="en-US"/>
        </a:p>
      </dgm:t>
    </dgm:pt>
    <dgm:pt modelId="{92A8EC04-6999-409E-A55D-214AF1BCB1EE}" type="sibTrans" cxnId="{1545BF9E-A0BE-4DCA-AE27-5B536548F77D}">
      <dgm:prSet/>
      <dgm:spPr/>
      <dgm:t>
        <a:bodyPr/>
        <a:lstStyle/>
        <a:p>
          <a:endParaRPr lang="en-US"/>
        </a:p>
      </dgm:t>
    </dgm:pt>
    <dgm:pt modelId="{656E53BE-9A7E-4C0F-9E18-25D2393E8BE0}">
      <dgm:prSet/>
      <dgm:spPr/>
      <dgm:t>
        <a:bodyPr/>
        <a:lstStyle/>
        <a:p>
          <a:r>
            <a:rPr lang="en-US"/>
            <a:t>Financial institutions require:</a:t>
          </a:r>
        </a:p>
      </dgm:t>
    </dgm:pt>
    <dgm:pt modelId="{B51A8ECF-CF6D-4053-A903-1DF4BE08AD58}" type="parTrans" cxnId="{E4054CFC-7E49-4CAA-B10A-B44ED219FFDC}">
      <dgm:prSet/>
      <dgm:spPr/>
      <dgm:t>
        <a:bodyPr/>
        <a:lstStyle/>
        <a:p>
          <a:endParaRPr lang="en-US"/>
        </a:p>
      </dgm:t>
    </dgm:pt>
    <dgm:pt modelId="{04CD53DB-EE9C-4842-B43E-C77381B6ECCE}" type="sibTrans" cxnId="{E4054CFC-7E49-4CAA-B10A-B44ED219FFDC}">
      <dgm:prSet/>
      <dgm:spPr/>
      <dgm:t>
        <a:bodyPr/>
        <a:lstStyle/>
        <a:p>
          <a:endParaRPr lang="en-US"/>
        </a:p>
      </dgm:t>
    </dgm:pt>
    <dgm:pt modelId="{5D057E0C-3829-4F42-B137-F6F495BB203F}">
      <dgm:prSet/>
      <dgm:spPr/>
      <dgm:t>
        <a:bodyPr/>
        <a:lstStyle/>
        <a:p>
          <a:r>
            <a:rPr lang="en-US"/>
            <a:t>• Early delinquency detection</a:t>
          </a:r>
        </a:p>
      </dgm:t>
    </dgm:pt>
    <dgm:pt modelId="{5871D03A-72BB-4A61-BCC5-792F819A89F4}" type="parTrans" cxnId="{38098BB6-6A89-4BD3-9E4E-77D806AD46E5}">
      <dgm:prSet/>
      <dgm:spPr/>
      <dgm:t>
        <a:bodyPr/>
        <a:lstStyle/>
        <a:p>
          <a:endParaRPr lang="en-US"/>
        </a:p>
      </dgm:t>
    </dgm:pt>
    <dgm:pt modelId="{75522654-40E8-404A-BD55-564578D6A9E4}" type="sibTrans" cxnId="{38098BB6-6A89-4BD3-9E4E-77D806AD46E5}">
      <dgm:prSet/>
      <dgm:spPr/>
      <dgm:t>
        <a:bodyPr/>
        <a:lstStyle/>
        <a:p>
          <a:endParaRPr lang="en-US"/>
        </a:p>
      </dgm:t>
    </dgm:pt>
    <dgm:pt modelId="{C431EEF1-B663-4A30-B6FE-B7562E764780}">
      <dgm:prSet/>
      <dgm:spPr/>
      <dgm:t>
        <a:bodyPr/>
        <a:lstStyle/>
        <a:p>
          <a:r>
            <a:rPr lang="en-US"/>
            <a:t>• Risk-based customer segmentation</a:t>
          </a:r>
        </a:p>
      </dgm:t>
    </dgm:pt>
    <dgm:pt modelId="{BC6EDF26-8B28-47A5-9268-85AD39E49625}" type="parTrans" cxnId="{A58FECF5-288D-41CF-924D-748F1CD1E7FE}">
      <dgm:prSet/>
      <dgm:spPr/>
      <dgm:t>
        <a:bodyPr/>
        <a:lstStyle/>
        <a:p>
          <a:endParaRPr lang="en-US"/>
        </a:p>
      </dgm:t>
    </dgm:pt>
    <dgm:pt modelId="{CE576167-31B5-427E-9396-5B7F8CC32151}" type="sibTrans" cxnId="{A58FECF5-288D-41CF-924D-748F1CD1E7FE}">
      <dgm:prSet/>
      <dgm:spPr/>
      <dgm:t>
        <a:bodyPr/>
        <a:lstStyle/>
        <a:p>
          <a:endParaRPr lang="en-US"/>
        </a:p>
      </dgm:t>
    </dgm:pt>
    <dgm:pt modelId="{AF7D1AC1-2FCC-4E02-8CDA-827AC284B353}">
      <dgm:prSet/>
      <dgm:spPr/>
      <dgm:t>
        <a:bodyPr/>
        <a:lstStyle/>
        <a:p>
          <a:r>
            <a:rPr lang="en-US"/>
            <a:t>• Actionable insights for decision-making</a:t>
          </a:r>
        </a:p>
      </dgm:t>
    </dgm:pt>
    <dgm:pt modelId="{6B607862-8F23-4457-BD53-C602629B0D33}" type="parTrans" cxnId="{1F192C2A-ABBB-4EA7-813C-396009B179B3}">
      <dgm:prSet/>
      <dgm:spPr/>
      <dgm:t>
        <a:bodyPr/>
        <a:lstStyle/>
        <a:p>
          <a:endParaRPr lang="en-US"/>
        </a:p>
      </dgm:t>
    </dgm:pt>
    <dgm:pt modelId="{59352901-74E7-407F-99EA-0A8214BB1559}" type="sibTrans" cxnId="{1F192C2A-ABBB-4EA7-813C-396009B179B3}">
      <dgm:prSet/>
      <dgm:spPr/>
      <dgm:t>
        <a:bodyPr/>
        <a:lstStyle/>
        <a:p>
          <a:endParaRPr lang="en-US"/>
        </a:p>
      </dgm:t>
    </dgm:pt>
    <dgm:pt modelId="{9E155416-907C-4468-B307-F4A57A31A5FE}" type="pres">
      <dgm:prSet presAssocID="{CE80E655-3308-4B8E-B2A7-2034C63419EE}" presName="vert0" presStyleCnt="0">
        <dgm:presLayoutVars>
          <dgm:dir/>
          <dgm:animOne val="branch"/>
          <dgm:animLvl val="lvl"/>
        </dgm:presLayoutVars>
      </dgm:prSet>
      <dgm:spPr/>
    </dgm:pt>
    <dgm:pt modelId="{8345403E-90A5-4888-8012-E66FE5D9C97E}" type="pres">
      <dgm:prSet presAssocID="{8C3551D0-3802-4563-8F89-4E863709895B}" presName="thickLine" presStyleLbl="alignNode1" presStyleIdx="0" presStyleCnt="5"/>
      <dgm:spPr/>
    </dgm:pt>
    <dgm:pt modelId="{613BAFE2-816E-46E5-936E-A44B261B8F72}" type="pres">
      <dgm:prSet presAssocID="{8C3551D0-3802-4563-8F89-4E863709895B}" presName="horz1" presStyleCnt="0"/>
      <dgm:spPr/>
    </dgm:pt>
    <dgm:pt modelId="{829E14EA-5593-4337-AB59-365B5D9570DF}" type="pres">
      <dgm:prSet presAssocID="{8C3551D0-3802-4563-8F89-4E863709895B}" presName="tx1" presStyleLbl="revTx" presStyleIdx="0" presStyleCnt="5"/>
      <dgm:spPr/>
    </dgm:pt>
    <dgm:pt modelId="{74B2382D-27AA-4F1F-A797-963461E11EC0}" type="pres">
      <dgm:prSet presAssocID="{8C3551D0-3802-4563-8F89-4E863709895B}" presName="vert1" presStyleCnt="0"/>
      <dgm:spPr/>
    </dgm:pt>
    <dgm:pt modelId="{3FBDFB20-FEFD-4E6A-B141-D27CD20A5682}" type="pres">
      <dgm:prSet presAssocID="{656E53BE-9A7E-4C0F-9E18-25D2393E8BE0}" presName="thickLine" presStyleLbl="alignNode1" presStyleIdx="1" presStyleCnt="5"/>
      <dgm:spPr/>
    </dgm:pt>
    <dgm:pt modelId="{CB2EC36F-AE6D-41A5-95FA-36E18ECE496C}" type="pres">
      <dgm:prSet presAssocID="{656E53BE-9A7E-4C0F-9E18-25D2393E8BE0}" presName="horz1" presStyleCnt="0"/>
      <dgm:spPr/>
    </dgm:pt>
    <dgm:pt modelId="{883AF334-0BE8-4DC5-8080-DEF6B24C55CC}" type="pres">
      <dgm:prSet presAssocID="{656E53BE-9A7E-4C0F-9E18-25D2393E8BE0}" presName="tx1" presStyleLbl="revTx" presStyleIdx="1" presStyleCnt="5"/>
      <dgm:spPr/>
    </dgm:pt>
    <dgm:pt modelId="{C7FEB808-23C7-4879-A50B-E53835343C54}" type="pres">
      <dgm:prSet presAssocID="{656E53BE-9A7E-4C0F-9E18-25D2393E8BE0}" presName="vert1" presStyleCnt="0"/>
      <dgm:spPr/>
    </dgm:pt>
    <dgm:pt modelId="{4B35688F-53D7-4EE1-BB00-7D5B18F1B14B}" type="pres">
      <dgm:prSet presAssocID="{5D057E0C-3829-4F42-B137-F6F495BB203F}" presName="thickLine" presStyleLbl="alignNode1" presStyleIdx="2" presStyleCnt="5"/>
      <dgm:spPr/>
    </dgm:pt>
    <dgm:pt modelId="{54BAC137-68BB-4FF5-89D1-A3AC9C9DAA31}" type="pres">
      <dgm:prSet presAssocID="{5D057E0C-3829-4F42-B137-F6F495BB203F}" presName="horz1" presStyleCnt="0"/>
      <dgm:spPr/>
    </dgm:pt>
    <dgm:pt modelId="{91DE5941-C04A-4A1E-9532-F7963C039EC0}" type="pres">
      <dgm:prSet presAssocID="{5D057E0C-3829-4F42-B137-F6F495BB203F}" presName="tx1" presStyleLbl="revTx" presStyleIdx="2" presStyleCnt="5"/>
      <dgm:spPr/>
    </dgm:pt>
    <dgm:pt modelId="{1D5BC7BD-CCCA-4201-A33A-A166F5430BBB}" type="pres">
      <dgm:prSet presAssocID="{5D057E0C-3829-4F42-B137-F6F495BB203F}" presName="vert1" presStyleCnt="0"/>
      <dgm:spPr/>
    </dgm:pt>
    <dgm:pt modelId="{A49AF252-3391-4D04-B3A9-D0DC41474AFD}" type="pres">
      <dgm:prSet presAssocID="{C431EEF1-B663-4A30-B6FE-B7562E764780}" presName="thickLine" presStyleLbl="alignNode1" presStyleIdx="3" presStyleCnt="5"/>
      <dgm:spPr/>
    </dgm:pt>
    <dgm:pt modelId="{84B3036D-D02D-4913-9678-2809C3DA74D8}" type="pres">
      <dgm:prSet presAssocID="{C431EEF1-B663-4A30-B6FE-B7562E764780}" presName="horz1" presStyleCnt="0"/>
      <dgm:spPr/>
    </dgm:pt>
    <dgm:pt modelId="{019F0A84-1DF8-4C13-BC3D-9217C784FC12}" type="pres">
      <dgm:prSet presAssocID="{C431EEF1-B663-4A30-B6FE-B7562E764780}" presName="tx1" presStyleLbl="revTx" presStyleIdx="3" presStyleCnt="5"/>
      <dgm:spPr/>
    </dgm:pt>
    <dgm:pt modelId="{B6CE2A1A-4276-4E90-B30F-6B6B5DDB1B81}" type="pres">
      <dgm:prSet presAssocID="{C431EEF1-B663-4A30-B6FE-B7562E764780}" presName="vert1" presStyleCnt="0"/>
      <dgm:spPr/>
    </dgm:pt>
    <dgm:pt modelId="{DB01AE82-1EA0-4BCC-BB99-CDFE12F11FFD}" type="pres">
      <dgm:prSet presAssocID="{AF7D1AC1-2FCC-4E02-8CDA-827AC284B353}" presName="thickLine" presStyleLbl="alignNode1" presStyleIdx="4" presStyleCnt="5"/>
      <dgm:spPr/>
    </dgm:pt>
    <dgm:pt modelId="{EFD07E40-AAC4-4B6B-8557-FBF8A82E0229}" type="pres">
      <dgm:prSet presAssocID="{AF7D1AC1-2FCC-4E02-8CDA-827AC284B353}" presName="horz1" presStyleCnt="0"/>
      <dgm:spPr/>
    </dgm:pt>
    <dgm:pt modelId="{3A8F4BCE-86CE-4AE5-AB67-6F1DDC86D15F}" type="pres">
      <dgm:prSet presAssocID="{AF7D1AC1-2FCC-4E02-8CDA-827AC284B353}" presName="tx1" presStyleLbl="revTx" presStyleIdx="4" presStyleCnt="5"/>
      <dgm:spPr/>
    </dgm:pt>
    <dgm:pt modelId="{C6CEC2BB-009C-4141-9E3F-40C76F59FF6A}" type="pres">
      <dgm:prSet presAssocID="{AF7D1AC1-2FCC-4E02-8CDA-827AC284B353}" presName="vert1" presStyleCnt="0"/>
      <dgm:spPr/>
    </dgm:pt>
  </dgm:ptLst>
  <dgm:cxnLst>
    <dgm:cxn modelId="{E243D50D-3A21-4748-B5ED-E2CE89C7FF25}" type="presOf" srcId="{5D057E0C-3829-4F42-B137-F6F495BB203F}" destId="{91DE5941-C04A-4A1E-9532-F7963C039EC0}" srcOrd="0" destOrd="0" presId="urn:microsoft.com/office/officeart/2008/layout/LinedList"/>
    <dgm:cxn modelId="{1F192C2A-ABBB-4EA7-813C-396009B179B3}" srcId="{CE80E655-3308-4B8E-B2A7-2034C63419EE}" destId="{AF7D1AC1-2FCC-4E02-8CDA-827AC284B353}" srcOrd="4" destOrd="0" parTransId="{6B607862-8F23-4457-BD53-C602629B0D33}" sibTransId="{59352901-74E7-407F-99EA-0A8214BB1559}"/>
    <dgm:cxn modelId="{378D1240-AE21-4EA9-8AFC-D11E551FCD4E}" type="presOf" srcId="{AF7D1AC1-2FCC-4E02-8CDA-827AC284B353}" destId="{3A8F4BCE-86CE-4AE5-AB67-6F1DDC86D15F}" srcOrd="0" destOrd="0" presId="urn:microsoft.com/office/officeart/2008/layout/LinedList"/>
    <dgm:cxn modelId="{26CF144F-63D0-4010-959D-B93461F49DCC}" type="presOf" srcId="{C431EEF1-B663-4A30-B6FE-B7562E764780}" destId="{019F0A84-1DF8-4C13-BC3D-9217C784FC12}" srcOrd="0" destOrd="0" presId="urn:microsoft.com/office/officeart/2008/layout/LinedList"/>
    <dgm:cxn modelId="{2E714F72-A876-4CB6-9854-F8D4ABC7E56F}" type="presOf" srcId="{656E53BE-9A7E-4C0F-9E18-25D2393E8BE0}" destId="{883AF334-0BE8-4DC5-8080-DEF6B24C55CC}" srcOrd="0" destOrd="0" presId="urn:microsoft.com/office/officeart/2008/layout/LinedList"/>
    <dgm:cxn modelId="{02732954-D74A-45AB-BADE-B5D2F493B27F}" type="presOf" srcId="{CE80E655-3308-4B8E-B2A7-2034C63419EE}" destId="{9E155416-907C-4468-B307-F4A57A31A5FE}" srcOrd="0" destOrd="0" presId="urn:microsoft.com/office/officeart/2008/layout/LinedList"/>
    <dgm:cxn modelId="{8DF0D999-A3A7-4AA6-881F-7C2E00FF3E9B}" type="presOf" srcId="{8C3551D0-3802-4563-8F89-4E863709895B}" destId="{829E14EA-5593-4337-AB59-365B5D9570DF}" srcOrd="0" destOrd="0" presId="urn:microsoft.com/office/officeart/2008/layout/LinedList"/>
    <dgm:cxn modelId="{1545BF9E-A0BE-4DCA-AE27-5B536548F77D}" srcId="{CE80E655-3308-4B8E-B2A7-2034C63419EE}" destId="{8C3551D0-3802-4563-8F89-4E863709895B}" srcOrd="0" destOrd="0" parTransId="{7FF4512F-E880-4CFD-9F52-D6A14F597DED}" sibTransId="{92A8EC04-6999-409E-A55D-214AF1BCB1EE}"/>
    <dgm:cxn modelId="{38098BB6-6A89-4BD3-9E4E-77D806AD46E5}" srcId="{CE80E655-3308-4B8E-B2A7-2034C63419EE}" destId="{5D057E0C-3829-4F42-B137-F6F495BB203F}" srcOrd="2" destOrd="0" parTransId="{5871D03A-72BB-4A61-BCC5-792F819A89F4}" sibTransId="{75522654-40E8-404A-BD55-564578D6A9E4}"/>
    <dgm:cxn modelId="{A58FECF5-288D-41CF-924D-748F1CD1E7FE}" srcId="{CE80E655-3308-4B8E-B2A7-2034C63419EE}" destId="{C431EEF1-B663-4A30-B6FE-B7562E764780}" srcOrd="3" destOrd="0" parTransId="{BC6EDF26-8B28-47A5-9268-85AD39E49625}" sibTransId="{CE576167-31B5-427E-9396-5B7F8CC32151}"/>
    <dgm:cxn modelId="{E4054CFC-7E49-4CAA-B10A-B44ED219FFDC}" srcId="{CE80E655-3308-4B8E-B2A7-2034C63419EE}" destId="{656E53BE-9A7E-4C0F-9E18-25D2393E8BE0}" srcOrd="1" destOrd="0" parTransId="{B51A8ECF-CF6D-4053-A903-1DF4BE08AD58}" sibTransId="{04CD53DB-EE9C-4842-B43E-C77381B6ECCE}"/>
    <dgm:cxn modelId="{BD2C109C-AD00-4CF4-9A3B-8783C225FED1}" type="presParOf" srcId="{9E155416-907C-4468-B307-F4A57A31A5FE}" destId="{8345403E-90A5-4888-8012-E66FE5D9C97E}" srcOrd="0" destOrd="0" presId="urn:microsoft.com/office/officeart/2008/layout/LinedList"/>
    <dgm:cxn modelId="{00159A6E-72E2-4891-BB6A-0E91907EA053}" type="presParOf" srcId="{9E155416-907C-4468-B307-F4A57A31A5FE}" destId="{613BAFE2-816E-46E5-936E-A44B261B8F72}" srcOrd="1" destOrd="0" presId="urn:microsoft.com/office/officeart/2008/layout/LinedList"/>
    <dgm:cxn modelId="{5296DB15-B2F1-424E-A28C-96FDAD93A0DA}" type="presParOf" srcId="{613BAFE2-816E-46E5-936E-A44B261B8F72}" destId="{829E14EA-5593-4337-AB59-365B5D9570DF}" srcOrd="0" destOrd="0" presId="urn:microsoft.com/office/officeart/2008/layout/LinedList"/>
    <dgm:cxn modelId="{97E20602-55EF-4E40-B17F-C079C50DD975}" type="presParOf" srcId="{613BAFE2-816E-46E5-936E-A44B261B8F72}" destId="{74B2382D-27AA-4F1F-A797-963461E11EC0}" srcOrd="1" destOrd="0" presId="urn:microsoft.com/office/officeart/2008/layout/LinedList"/>
    <dgm:cxn modelId="{2ADC5B7B-17D6-4E8D-97AA-B3A0D9B6C141}" type="presParOf" srcId="{9E155416-907C-4468-B307-F4A57A31A5FE}" destId="{3FBDFB20-FEFD-4E6A-B141-D27CD20A5682}" srcOrd="2" destOrd="0" presId="urn:microsoft.com/office/officeart/2008/layout/LinedList"/>
    <dgm:cxn modelId="{2E4107F4-1685-4299-A785-53F4D6E1203F}" type="presParOf" srcId="{9E155416-907C-4468-B307-F4A57A31A5FE}" destId="{CB2EC36F-AE6D-41A5-95FA-36E18ECE496C}" srcOrd="3" destOrd="0" presId="urn:microsoft.com/office/officeart/2008/layout/LinedList"/>
    <dgm:cxn modelId="{AE01AD5C-1EB2-4808-AD4F-F8E0505BCF52}" type="presParOf" srcId="{CB2EC36F-AE6D-41A5-95FA-36E18ECE496C}" destId="{883AF334-0BE8-4DC5-8080-DEF6B24C55CC}" srcOrd="0" destOrd="0" presId="urn:microsoft.com/office/officeart/2008/layout/LinedList"/>
    <dgm:cxn modelId="{F3262D06-3FC3-4312-8EA3-6B65F261549D}" type="presParOf" srcId="{CB2EC36F-AE6D-41A5-95FA-36E18ECE496C}" destId="{C7FEB808-23C7-4879-A50B-E53835343C54}" srcOrd="1" destOrd="0" presId="urn:microsoft.com/office/officeart/2008/layout/LinedList"/>
    <dgm:cxn modelId="{231BC2C6-E655-4A2B-9291-84FE5FC2CF22}" type="presParOf" srcId="{9E155416-907C-4468-B307-F4A57A31A5FE}" destId="{4B35688F-53D7-4EE1-BB00-7D5B18F1B14B}" srcOrd="4" destOrd="0" presId="urn:microsoft.com/office/officeart/2008/layout/LinedList"/>
    <dgm:cxn modelId="{6F56162B-13BA-492E-BAE4-5C3AAA4A49AC}" type="presParOf" srcId="{9E155416-907C-4468-B307-F4A57A31A5FE}" destId="{54BAC137-68BB-4FF5-89D1-A3AC9C9DAA31}" srcOrd="5" destOrd="0" presId="urn:microsoft.com/office/officeart/2008/layout/LinedList"/>
    <dgm:cxn modelId="{2EF0464D-EBA9-44F1-8293-CE462853DA3A}" type="presParOf" srcId="{54BAC137-68BB-4FF5-89D1-A3AC9C9DAA31}" destId="{91DE5941-C04A-4A1E-9532-F7963C039EC0}" srcOrd="0" destOrd="0" presId="urn:microsoft.com/office/officeart/2008/layout/LinedList"/>
    <dgm:cxn modelId="{5B0BAF0D-08E7-42E6-8A6C-FEE5EC562EF6}" type="presParOf" srcId="{54BAC137-68BB-4FF5-89D1-A3AC9C9DAA31}" destId="{1D5BC7BD-CCCA-4201-A33A-A166F5430BBB}" srcOrd="1" destOrd="0" presId="urn:microsoft.com/office/officeart/2008/layout/LinedList"/>
    <dgm:cxn modelId="{C4F3434C-76E9-41B5-9582-09E2500929EE}" type="presParOf" srcId="{9E155416-907C-4468-B307-F4A57A31A5FE}" destId="{A49AF252-3391-4D04-B3A9-D0DC41474AFD}" srcOrd="6" destOrd="0" presId="urn:microsoft.com/office/officeart/2008/layout/LinedList"/>
    <dgm:cxn modelId="{5EAE1E00-76EE-49A0-9718-0AB2701718EE}" type="presParOf" srcId="{9E155416-907C-4468-B307-F4A57A31A5FE}" destId="{84B3036D-D02D-4913-9678-2809C3DA74D8}" srcOrd="7" destOrd="0" presId="urn:microsoft.com/office/officeart/2008/layout/LinedList"/>
    <dgm:cxn modelId="{295768CC-14EC-43ED-8B0D-C7CE648CBC1D}" type="presParOf" srcId="{84B3036D-D02D-4913-9678-2809C3DA74D8}" destId="{019F0A84-1DF8-4C13-BC3D-9217C784FC12}" srcOrd="0" destOrd="0" presId="urn:microsoft.com/office/officeart/2008/layout/LinedList"/>
    <dgm:cxn modelId="{7BCF1C2F-D6BA-4894-A114-BF89AE939231}" type="presParOf" srcId="{84B3036D-D02D-4913-9678-2809C3DA74D8}" destId="{B6CE2A1A-4276-4E90-B30F-6B6B5DDB1B81}" srcOrd="1" destOrd="0" presId="urn:microsoft.com/office/officeart/2008/layout/LinedList"/>
    <dgm:cxn modelId="{D47E7893-7361-46DC-A71B-273C99A745EF}" type="presParOf" srcId="{9E155416-907C-4468-B307-F4A57A31A5FE}" destId="{DB01AE82-1EA0-4BCC-BB99-CDFE12F11FFD}" srcOrd="8" destOrd="0" presId="urn:microsoft.com/office/officeart/2008/layout/LinedList"/>
    <dgm:cxn modelId="{C354AB50-4236-47C2-BAB7-8C114927B0F3}" type="presParOf" srcId="{9E155416-907C-4468-B307-F4A57A31A5FE}" destId="{EFD07E40-AAC4-4B6B-8557-FBF8A82E0229}" srcOrd="9" destOrd="0" presId="urn:microsoft.com/office/officeart/2008/layout/LinedList"/>
    <dgm:cxn modelId="{C4874525-D4B5-418E-AD34-F08F60082650}" type="presParOf" srcId="{EFD07E40-AAC4-4B6B-8557-FBF8A82E0229}" destId="{3A8F4BCE-86CE-4AE5-AB67-6F1DDC86D15F}" srcOrd="0" destOrd="0" presId="urn:microsoft.com/office/officeart/2008/layout/LinedList"/>
    <dgm:cxn modelId="{F0CC5BA5-17D7-4FF2-83C1-3F2AA7FAAA05}" type="presParOf" srcId="{EFD07E40-AAC4-4B6B-8557-FBF8A82E0229}" destId="{C6CEC2BB-009C-4141-9E3F-40C76F59FF6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82D0C45-5FEF-4674-A8F6-E70AFD78ED85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B3C611D3-7A7D-47AC-8C40-80E47316F133}">
      <dgm:prSet/>
      <dgm:spPr/>
      <dgm:t>
        <a:bodyPr/>
        <a:lstStyle/>
        <a:p>
          <a:r>
            <a:rPr lang="en-US"/>
            <a:t>An AI-powered system that predicts credit card delinquency risk.</a:t>
          </a:r>
        </a:p>
      </dgm:t>
    </dgm:pt>
    <dgm:pt modelId="{6819EA97-7C05-4734-BFF9-2098556ED1EE}" type="parTrans" cxnId="{2297B849-75AA-4D27-938E-DBBB5AC9CCEB}">
      <dgm:prSet/>
      <dgm:spPr/>
      <dgm:t>
        <a:bodyPr/>
        <a:lstStyle/>
        <a:p>
          <a:endParaRPr lang="en-US"/>
        </a:p>
      </dgm:t>
    </dgm:pt>
    <dgm:pt modelId="{BE1A3EA4-B49E-410D-98C9-320E0596D03B}" type="sibTrans" cxnId="{2297B849-75AA-4D27-938E-DBBB5AC9CCEB}">
      <dgm:prSet/>
      <dgm:spPr/>
      <dgm:t>
        <a:bodyPr/>
        <a:lstStyle/>
        <a:p>
          <a:endParaRPr lang="en-US"/>
        </a:p>
      </dgm:t>
    </dgm:pt>
    <dgm:pt modelId="{D5BFECD5-EBF8-46D7-BF0C-25E691F7FACC}">
      <dgm:prSet/>
      <dgm:spPr/>
      <dgm:t>
        <a:bodyPr/>
        <a:lstStyle/>
        <a:p>
          <a:r>
            <a:rPr lang="en-US"/>
            <a:t>Key Capabilities:</a:t>
          </a:r>
        </a:p>
      </dgm:t>
    </dgm:pt>
    <dgm:pt modelId="{301ECDF0-FAF4-4570-B834-1034683062B1}" type="parTrans" cxnId="{FBAF9318-A39A-4883-B959-BE61B0BDD3CB}">
      <dgm:prSet/>
      <dgm:spPr/>
      <dgm:t>
        <a:bodyPr/>
        <a:lstStyle/>
        <a:p>
          <a:endParaRPr lang="en-US"/>
        </a:p>
      </dgm:t>
    </dgm:pt>
    <dgm:pt modelId="{C423DD20-0683-4B94-8A98-8C6837D3323E}" type="sibTrans" cxnId="{FBAF9318-A39A-4883-B959-BE61B0BDD3CB}">
      <dgm:prSet/>
      <dgm:spPr/>
      <dgm:t>
        <a:bodyPr/>
        <a:lstStyle/>
        <a:p>
          <a:endParaRPr lang="en-US"/>
        </a:p>
      </dgm:t>
    </dgm:pt>
    <dgm:pt modelId="{B761CDBC-9EA6-4CD1-A18E-D551B5F4B7BF}">
      <dgm:prSet/>
      <dgm:spPr/>
      <dgm:t>
        <a:bodyPr/>
        <a:lstStyle/>
        <a:p>
          <a:r>
            <a:rPr lang="en-US"/>
            <a:t>• Automated risk classification</a:t>
          </a:r>
        </a:p>
      </dgm:t>
    </dgm:pt>
    <dgm:pt modelId="{A48D6F7A-4A97-4EB4-90A7-3B649524469C}" type="parTrans" cxnId="{E54D92FD-EC28-4107-A4FA-B7E0B02B3823}">
      <dgm:prSet/>
      <dgm:spPr/>
      <dgm:t>
        <a:bodyPr/>
        <a:lstStyle/>
        <a:p>
          <a:endParaRPr lang="en-US"/>
        </a:p>
      </dgm:t>
    </dgm:pt>
    <dgm:pt modelId="{7C5D1227-04BE-409B-9A3A-B71BB1BEED2B}" type="sibTrans" cxnId="{E54D92FD-EC28-4107-A4FA-B7E0B02B3823}">
      <dgm:prSet/>
      <dgm:spPr/>
      <dgm:t>
        <a:bodyPr/>
        <a:lstStyle/>
        <a:p>
          <a:endParaRPr lang="en-US"/>
        </a:p>
      </dgm:t>
    </dgm:pt>
    <dgm:pt modelId="{D07DFF53-261A-4746-AC61-19E9808E4010}">
      <dgm:prSet/>
      <dgm:spPr/>
      <dgm:t>
        <a:bodyPr/>
        <a:lstStyle/>
        <a:p>
          <a:r>
            <a:rPr lang="en-US"/>
            <a:t>• Interactive dashboards</a:t>
          </a:r>
        </a:p>
      </dgm:t>
    </dgm:pt>
    <dgm:pt modelId="{2538EEA9-108C-4D1F-9753-B09ADC0C1625}" type="parTrans" cxnId="{4EFEDB5E-B0B1-44AF-B82B-28276C98FB8E}">
      <dgm:prSet/>
      <dgm:spPr/>
      <dgm:t>
        <a:bodyPr/>
        <a:lstStyle/>
        <a:p>
          <a:endParaRPr lang="en-US"/>
        </a:p>
      </dgm:t>
    </dgm:pt>
    <dgm:pt modelId="{43CDBE5E-A152-4DC9-8FEC-EFBB4E027961}" type="sibTrans" cxnId="{4EFEDB5E-B0B1-44AF-B82B-28276C98FB8E}">
      <dgm:prSet/>
      <dgm:spPr/>
      <dgm:t>
        <a:bodyPr/>
        <a:lstStyle/>
        <a:p>
          <a:endParaRPr lang="en-US"/>
        </a:p>
      </dgm:t>
    </dgm:pt>
    <dgm:pt modelId="{5314AD5D-BCEA-49F5-B033-7A7B4930F801}">
      <dgm:prSet/>
      <dgm:spPr/>
      <dgm:t>
        <a:bodyPr/>
        <a:lstStyle/>
        <a:p>
          <a:r>
            <a:rPr lang="en-US"/>
            <a:t>• High-priority customer alerts</a:t>
          </a:r>
        </a:p>
      </dgm:t>
    </dgm:pt>
    <dgm:pt modelId="{30867F37-7781-4F33-8217-BF0B0DAD9E41}" type="parTrans" cxnId="{AE0D670C-4784-4015-BE0B-068B51101125}">
      <dgm:prSet/>
      <dgm:spPr/>
      <dgm:t>
        <a:bodyPr/>
        <a:lstStyle/>
        <a:p>
          <a:endParaRPr lang="en-US"/>
        </a:p>
      </dgm:t>
    </dgm:pt>
    <dgm:pt modelId="{47356293-74E8-4E04-BA1A-59BCB1298FCA}" type="sibTrans" cxnId="{AE0D670C-4784-4015-BE0B-068B51101125}">
      <dgm:prSet/>
      <dgm:spPr/>
      <dgm:t>
        <a:bodyPr/>
        <a:lstStyle/>
        <a:p>
          <a:endParaRPr lang="en-US"/>
        </a:p>
      </dgm:t>
    </dgm:pt>
    <dgm:pt modelId="{34A871DA-0739-4E3A-A6F9-A5E1A778C027}" type="pres">
      <dgm:prSet presAssocID="{982D0C45-5FEF-4674-A8F6-E70AFD78ED85}" presName="vert0" presStyleCnt="0">
        <dgm:presLayoutVars>
          <dgm:dir/>
          <dgm:animOne val="branch"/>
          <dgm:animLvl val="lvl"/>
        </dgm:presLayoutVars>
      </dgm:prSet>
      <dgm:spPr/>
    </dgm:pt>
    <dgm:pt modelId="{E2253380-51D0-4FE7-B911-C4ABC6EE0A8B}" type="pres">
      <dgm:prSet presAssocID="{B3C611D3-7A7D-47AC-8C40-80E47316F133}" presName="thickLine" presStyleLbl="alignNode1" presStyleIdx="0" presStyleCnt="5"/>
      <dgm:spPr/>
    </dgm:pt>
    <dgm:pt modelId="{EA4A16BA-D825-4408-8F2F-4EFD58542FA9}" type="pres">
      <dgm:prSet presAssocID="{B3C611D3-7A7D-47AC-8C40-80E47316F133}" presName="horz1" presStyleCnt="0"/>
      <dgm:spPr/>
    </dgm:pt>
    <dgm:pt modelId="{2F90164D-3B4F-4ED5-80DF-B003C99DA159}" type="pres">
      <dgm:prSet presAssocID="{B3C611D3-7A7D-47AC-8C40-80E47316F133}" presName="tx1" presStyleLbl="revTx" presStyleIdx="0" presStyleCnt="5"/>
      <dgm:spPr/>
    </dgm:pt>
    <dgm:pt modelId="{5A6E2095-5C36-4FD7-A843-D3A086DD6237}" type="pres">
      <dgm:prSet presAssocID="{B3C611D3-7A7D-47AC-8C40-80E47316F133}" presName="vert1" presStyleCnt="0"/>
      <dgm:spPr/>
    </dgm:pt>
    <dgm:pt modelId="{D9629D4B-0619-4771-9C04-E414FAD7636A}" type="pres">
      <dgm:prSet presAssocID="{D5BFECD5-EBF8-46D7-BF0C-25E691F7FACC}" presName="thickLine" presStyleLbl="alignNode1" presStyleIdx="1" presStyleCnt="5"/>
      <dgm:spPr/>
    </dgm:pt>
    <dgm:pt modelId="{063B9307-7FDF-41FE-A792-96EF87A61515}" type="pres">
      <dgm:prSet presAssocID="{D5BFECD5-EBF8-46D7-BF0C-25E691F7FACC}" presName="horz1" presStyleCnt="0"/>
      <dgm:spPr/>
    </dgm:pt>
    <dgm:pt modelId="{82E43E5A-C793-4D99-9DE0-6B7D7D656C3E}" type="pres">
      <dgm:prSet presAssocID="{D5BFECD5-EBF8-46D7-BF0C-25E691F7FACC}" presName="tx1" presStyleLbl="revTx" presStyleIdx="1" presStyleCnt="5"/>
      <dgm:spPr/>
    </dgm:pt>
    <dgm:pt modelId="{DCAAA6A0-E45C-40DE-B962-C74D76ED558C}" type="pres">
      <dgm:prSet presAssocID="{D5BFECD5-EBF8-46D7-BF0C-25E691F7FACC}" presName="vert1" presStyleCnt="0"/>
      <dgm:spPr/>
    </dgm:pt>
    <dgm:pt modelId="{F19BF637-4FBD-4226-9310-891081A6BD5D}" type="pres">
      <dgm:prSet presAssocID="{B761CDBC-9EA6-4CD1-A18E-D551B5F4B7BF}" presName="thickLine" presStyleLbl="alignNode1" presStyleIdx="2" presStyleCnt="5"/>
      <dgm:spPr/>
    </dgm:pt>
    <dgm:pt modelId="{35E0F215-662E-45A1-A34F-6A570D126B13}" type="pres">
      <dgm:prSet presAssocID="{B761CDBC-9EA6-4CD1-A18E-D551B5F4B7BF}" presName="horz1" presStyleCnt="0"/>
      <dgm:spPr/>
    </dgm:pt>
    <dgm:pt modelId="{FDDEB96E-773E-44A2-A0FF-8846BC296541}" type="pres">
      <dgm:prSet presAssocID="{B761CDBC-9EA6-4CD1-A18E-D551B5F4B7BF}" presName="tx1" presStyleLbl="revTx" presStyleIdx="2" presStyleCnt="5"/>
      <dgm:spPr/>
    </dgm:pt>
    <dgm:pt modelId="{2C313934-435C-45F8-B86A-F6E95B32E198}" type="pres">
      <dgm:prSet presAssocID="{B761CDBC-9EA6-4CD1-A18E-D551B5F4B7BF}" presName="vert1" presStyleCnt="0"/>
      <dgm:spPr/>
    </dgm:pt>
    <dgm:pt modelId="{B007BEC6-ABA2-464A-B247-FF02F90FFE9D}" type="pres">
      <dgm:prSet presAssocID="{D07DFF53-261A-4746-AC61-19E9808E4010}" presName="thickLine" presStyleLbl="alignNode1" presStyleIdx="3" presStyleCnt="5"/>
      <dgm:spPr/>
    </dgm:pt>
    <dgm:pt modelId="{3DA1FBBE-89CF-44EA-8521-BF84E98F11A2}" type="pres">
      <dgm:prSet presAssocID="{D07DFF53-261A-4746-AC61-19E9808E4010}" presName="horz1" presStyleCnt="0"/>
      <dgm:spPr/>
    </dgm:pt>
    <dgm:pt modelId="{709012E5-9F40-45D2-94B9-BE45A8E791A0}" type="pres">
      <dgm:prSet presAssocID="{D07DFF53-261A-4746-AC61-19E9808E4010}" presName="tx1" presStyleLbl="revTx" presStyleIdx="3" presStyleCnt="5"/>
      <dgm:spPr/>
    </dgm:pt>
    <dgm:pt modelId="{31796A1F-2C0F-45A9-A198-FFC85ED58FAC}" type="pres">
      <dgm:prSet presAssocID="{D07DFF53-261A-4746-AC61-19E9808E4010}" presName="vert1" presStyleCnt="0"/>
      <dgm:spPr/>
    </dgm:pt>
    <dgm:pt modelId="{C8428E76-50D4-4F70-B7F2-395131984449}" type="pres">
      <dgm:prSet presAssocID="{5314AD5D-BCEA-49F5-B033-7A7B4930F801}" presName="thickLine" presStyleLbl="alignNode1" presStyleIdx="4" presStyleCnt="5"/>
      <dgm:spPr/>
    </dgm:pt>
    <dgm:pt modelId="{D55B67C9-D6F0-4E5C-A3BB-8B974800E61D}" type="pres">
      <dgm:prSet presAssocID="{5314AD5D-BCEA-49F5-B033-7A7B4930F801}" presName="horz1" presStyleCnt="0"/>
      <dgm:spPr/>
    </dgm:pt>
    <dgm:pt modelId="{CFDF9C3C-CF5F-4C2B-A6D1-366879E4A3E5}" type="pres">
      <dgm:prSet presAssocID="{5314AD5D-BCEA-49F5-B033-7A7B4930F801}" presName="tx1" presStyleLbl="revTx" presStyleIdx="4" presStyleCnt="5"/>
      <dgm:spPr/>
    </dgm:pt>
    <dgm:pt modelId="{E70DEACB-87CF-4504-8F0E-B1343E6E2E3E}" type="pres">
      <dgm:prSet presAssocID="{5314AD5D-BCEA-49F5-B033-7A7B4930F801}" presName="vert1" presStyleCnt="0"/>
      <dgm:spPr/>
    </dgm:pt>
  </dgm:ptLst>
  <dgm:cxnLst>
    <dgm:cxn modelId="{AE0D670C-4784-4015-BE0B-068B51101125}" srcId="{982D0C45-5FEF-4674-A8F6-E70AFD78ED85}" destId="{5314AD5D-BCEA-49F5-B033-7A7B4930F801}" srcOrd="4" destOrd="0" parTransId="{30867F37-7781-4F33-8217-BF0B0DAD9E41}" sibTransId="{47356293-74E8-4E04-BA1A-59BCB1298FCA}"/>
    <dgm:cxn modelId="{D17B3B18-733F-4C01-98EC-68F46873FB8E}" type="presOf" srcId="{D5BFECD5-EBF8-46D7-BF0C-25E691F7FACC}" destId="{82E43E5A-C793-4D99-9DE0-6B7D7D656C3E}" srcOrd="0" destOrd="0" presId="urn:microsoft.com/office/officeart/2008/layout/LinedList"/>
    <dgm:cxn modelId="{FBAF9318-A39A-4883-B959-BE61B0BDD3CB}" srcId="{982D0C45-5FEF-4674-A8F6-E70AFD78ED85}" destId="{D5BFECD5-EBF8-46D7-BF0C-25E691F7FACC}" srcOrd="1" destOrd="0" parTransId="{301ECDF0-FAF4-4570-B834-1034683062B1}" sibTransId="{C423DD20-0683-4B94-8A98-8C6837D3323E}"/>
    <dgm:cxn modelId="{5183BE20-0312-4CD9-89CC-9F329BE55162}" type="presOf" srcId="{982D0C45-5FEF-4674-A8F6-E70AFD78ED85}" destId="{34A871DA-0739-4E3A-A6F9-A5E1A778C027}" srcOrd="0" destOrd="0" presId="urn:microsoft.com/office/officeart/2008/layout/LinedList"/>
    <dgm:cxn modelId="{4EFEDB5E-B0B1-44AF-B82B-28276C98FB8E}" srcId="{982D0C45-5FEF-4674-A8F6-E70AFD78ED85}" destId="{D07DFF53-261A-4746-AC61-19E9808E4010}" srcOrd="3" destOrd="0" parTransId="{2538EEA9-108C-4D1F-9753-B09ADC0C1625}" sibTransId="{43CDBE5E-A152-4DC9-8FEC-EFBB4E027961}"/>
    <dgm:cxn modelId="{2297B849-75AA-4D27-938E-DBBB5AC9CCEB}" srcId="{982D0C45-5FEF-4674-A8F6-E70AFD78ED85}" destId="{B3C611D3-7A7D-47AC-8C40-80E47316F133}" srcOrd="0" destOrd="0" parTransId="{6819EA97-7C05-4734-BFF9-2098556ED1EE}" sibTransId="{BE1A3EA4-B49E-410D-98C9-320E0596D03B}"/>
    <dgm:cxn modelId="{5C513880-DADD-4311-A516-B87F829F2CEB}" type="presOf" srcId="{B761CDBC-9EA6-4CD1-A18E-D551B5F4B7BF}" destId="{FDDEB96E-773E-44A2-A0FF-8846BC296541}" srcOrd="0" destOrd="0" presId="urn:microsoft.com/office/officeart/2008/layout/LinedList"/>
    <dgm:cxn modelId="{E8F460B8-9CB2-48F7-9F1E-9113D62563FE}" type="presOf" srcId="{B3C611D3-7A7D-47AC-8C40-80E47316F133}" destId="{2F90164D-3B4F-4ED5-80DF-B003C99DA159}" srcOrd="0" destOrd="0" presId="urn:microsoft.com/office/officeart/2008/layout/LinedList"/>
    <dgm:cxn modelId="{F0E496CC-FD2E-4907-825A-9641078EE22C}" type="presOf" srcId="{D07DFF53-261A-4746-AC61-19E9808E4010}" destId="{709012E5-9F40-45D2-94B9-BE45A8E791A0}" srcOrd="0" destOrd="0" presId="urn:microsoft.com/office/officeart/2008/layout/LinedList"/>
    <dgm:cxn modelId="{1C2030F4-22DC-4CF9-935A-9E076084BEB0}" type="presOf" srcId="{5314AD5D-BCEA-49F5-B033-7A7B4930F801}" destId="{CFDF9C3C-CF5F-4C2B-A6D1-366879E4A3E5}" srcOrd="0" destOrd="0" presId="urn:microsoft.com/office/officeart/2008/layout/LinedList"/>
    <dgm:cxn modelId="{E54D92FD-EC28-4107-A4FA-B7E0B02B3823}" srcId="{982D0C45-5FEF-4674-A8F6-E70AFD78ED85}" destId="{B761CDBC-9EA6-4CD1-A18E-D551B5F4B7BF}" srcOrd="2" destOrd="0" parTransId="{A48D6F7A-4A97-4EB4-90A7-3B649524469C}" sibTransId="{7C5D1227-04BE-409B-9A3A-B71BB1BEED2B}"/>
    <dgm:cxn modelId="{D14B5142-46FF-442A-A725-F1B54036CC31}" type="presParOf" srcId="{34A871DA-0739-4E3A-A6F9-A5E1A778C027}" destId="{E2253380-51D0-4FE7-B911-C4ABC6EE0A8B}" srcOrd="0" destOrd="0" presId="urn:microsoft.com/office/officeart/2008/layout/LinedList"/>
    <dgm:cxn modelId="{2DDA2843-31EE-4EA6-BAFB-50BF4A365172}" type="presParOf" srcId="{34A871DA-0739-4E3A-A6F9-A5E1A778C027}" destId="{EA4A16BA-D825-4408-8F2F-4EFD58542FA9}" srcOrd="1" destOrd="0" presId="urn:microsoft.com/office/officeart/2008/layout/LinedList"/>
    <dgm:cxn modelId="{DC2A7E8A-3E04-4FB1-B730-F8A1B7E6F333}" type="presParOf" srcId="{EA4A16BA-D825-4408-8F2F-4EFD58542FA9}" destId="{2F90164D-3B4F-4ED5-80DF-B003C99DA159}" srcOrd="0" destOrd="0" presId="urn:microsoft.com/office/officeart/2008/layout/LinedList"/>
    <dgm:cxn modelId="{E9790707-C75F-4EEE-9FF6-D4A7B7516909}" type="presParOf" srcId="{EA4A16BA-D825-4408-8F2F-4EFD58542FA9}" destId="{5A6E2095-5C36-4FD7-A843-D3A086DD6237}" srcOrd="1" destOrd="0" presId="urn:microsoft.com/office/officeart/2008/layout/LinedList"/>
    <dgm:cxn modelId="{67B1D33F-D37B-4BAA-9B97-961001693DB1}" type="presParOf" srcId="{34A871DA-0739-4E3A-A6F9-A5E1A778C027}" destId="{D9629D4B-0619-4771-9C04-E414FAD7636A}" srcOrd="2" destOrd="0" presId="urn:microsoft.com/office/officeart/2008/layout/LinedList"/>
    <dgm:cxn modelId="{7BF9EFFF-C534-43D7-9052-A9F1BA80009E}" type="presParOf" srcId="{34A871DA-0739-4E3A-A6F9-A5E1A778C027}" destId="{063B9307-7FDF-41FE-A792-96EF87A61515}" srcOrd="3" destOrd="0" presId="urn:microsoft.com/office/officeart/2008/layout/LinedList"/>
    <dgm:cxn modelId="{4249523C-6E9D-452F-A1C6-A1627E24721B}" type="presParOf" srcId="{063B9307-7FDF-41FE-A792-96EF87A61515}" destId="{82E43E5A-C793-4D99-9DE0-6B7D7D656C3E}" srcOrd="0" destOrd="0" presId="urn:microsoft.com/office/officeart/2008/layout/LinedList"/>
    <dgm:cxn modelId="{65B839C5-A810-4395-88B1-A9FA469F2527}" type="presParOf" srcId="{063B9307-7FDF-41FE-A792-96EF87A61515}" destId="{DCAAA6A0-E45C-40DE-B962-C74D76ED558C}" srcOrd="1" destOrd="0" presId="urn:microsoft.com/office/officeart/2008/layout/LinedList"/>
    <dgm:cxn modelId="{62BBB339-C63B-4214-899D-E4ECB0836184}" type="presParOf" srcId="{34A871DA-0739-4E3A-A6F9-A5E1A778C027}" destId="{F19BF637-4FBD-4226-9310-891081A6BD5D}" srcOrd="4" destOrd="0" presId="urn:microsoft.com/office/officeart/2008/layout/LinedList"/>
    <dgm:cxn modelId="{D98F2B9D-171D-4642-A878-B0DF9765248F}" type="presParOf" srcId="{34A871DA-0739-4E3A-A6F9-A5E1A778C027}" destId="{35E0F215-662E-45A1-A34F-6A570D126B13}" srcOrd="5" destOrd="0" presId="urn:microsoft.com/office/officeart/2008/layout/LinedList"/>
    <dgm:cxn modelId="{AE5111D4-E893-447B-9561-16BE42B2D84C}" type="presParOf" srcId="{35E0F215-662E-45A1-A34F-6A570D126B13}" destId="{FDDEB96E-773E-44A2-A0FF-8846BC296541}" srcOrd="0" destOrd="0" presId="urn:microsoft.com/office/officeart/2008/layout/LinedList"/>
    <dgm:cxn modelId="{EDBF5E22-E2C3-4FD4-B2EF-97F9FE43BB6B}" type="presParOf" srcId="{35E0F215-662E-45A1-A34F-6A570D126B13}" destId="{2C313934-435C-45F8-B86A-F6E95B32E198}" srcOrd="1" destOrd="0" presId="urn:microsoft.com/office/officeart/2008/layout/LinedList"/>
    <dgm:cxn modelId="{9F5E77D5-B78B-4C77-856A-20DFFB66FE9D}" type="presParOf" srcId="{34A871DA-0739-4E3A-A6F9-A5E1A778C027}" destId="{B007BEC6-ABA2-464A-B247-FF02F90FFE9D}" srcOrd="6" destOrd="0" presId="urn:microsoft.com/office/officeart/2008/layout/LinedList"/>
    <dgm:cxn modelId="{9FAB77CD-3A7B-47D9-B01D-FC2DA1A40A63}" type="presParOf" srcId="{34A871DA-0739-4E3A-A6F9-A5E1A778C027}" destId="{3DA1FBBE-89CF-44EA-8521-BF84E98F11A2}" srcOrd="7" destOrd="0" presId="urn:microsoft.com/office/officeart/2008/layout/LinedList"/>
    <dgm:cxn modelId="{9E961D0E-2933-4D2E-A15A-1668B3789ED6}" type="presParOf" srcId="{3DA1FBBE-89CF-44EA-8521-BF84E98F11A2}" destId="{709012E5-9F40-45D2-94B9-BE45A8E791A0}" srcOrd="0" destOrd="0" presId="urn:microsoft.com/office/officeart/2008/layout/LinedList"/>
    <dgm:cxn modelId="{CBBB2786-517D-4898-B732-A40AC6264678}" type="presParOf" srcId="{3DA1FBBE-89CF-44EA-8521-BF84E98F11A2}" destId="{31796A1F-2C0F-45A9-A198-FFC85ED58FAC}" srcOrd="1" destOrd="0" presId="urn:microsoft.com/office/officeart/2008/layout/LinedList"/>
    <dgm:cxn modelId="{1EF4D616-5BB0-4EE6-A8F7-B8EBBD8F1CC2}" type="presParOf" srcId="{34A871DA-0739-4E3A-A6F9-A5E1A778C027}" destId="{C8428E76-50D4-4F70-B7F2-395131984449}" srcOrd="8" destOrd="0" presId="urn:microsoft.com/office/officeart/2008/layout/LinedList"/>
    <dgm:cxn modelId="{6DA528C9-6CFE-4537-8CED-3763BC18A0A3}" type="presParOf" srcId="{34A871DA-0739-4E3A-A6F9-A5E1A778C027}" destId="{D55B67C9-D6F0-4E5C-A3BB-8B974800E61D}" srcOrd="9" destOrd="0" presId="urn:microsoft.com/office/officeart/2008/layout/LinedList"/>
    <dgm:cxn modelId="{51FF97CC-7934-44B6-98E7-037F43B6C33B}" type="presParOf" srcId="{D55B67C9-D6F0-4E5C-A3BB-8B974800E61D}" destId="{CFDF9C3C-CF5F-4C2B-A6D1-366879E4A3E5}" srcOrd="0" destOrd="0" presId="urn:microsoft.com/office/officeart/2008/layout/LinedList"/>
    <dgm:cxn modelId="{97D9F66B-8D0B-4876-AE6E-5AB048683A04}" type="presParOf" srcId="{D55B67C9-D6F0-4E5C-A3BB-8B974800E61D}" destId="{E70DEACB-87CF-4504-8F0E-B1343E6E2E3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269454C-10B7-447A-8542-3E417F76E86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6EAB57D-EA9F-4B3B-ACAB-5F10921F521A}">
      <dgm:prSet/>
      <dgm:spPr/>
      <dgm:t>
        <a:bodyPr/>
        <a:lstStyle/>
        <a:p>
          <a:r>
            <a:rPr lang="en-US"/>
            <a:t>1. Customer Data Upload (CSV / Excel)</a:t>
          </a:r>
        </a:p>
      </dgm:t>
    </dgm:pt>
    <dgm:pt modelId="{E07430A0-E305-4ADD-8B21-3BB091ED3AAF}" type="parTrans" cxnId="{80637897-DD0A-4F57-AA70-74C72101F4CD}">
      <dgm:prSet/>
      <dgm:spPr/>
      <dgm:t>
        <a:bodyPr/>
        <a:lstStyle/>
        <a:p>
          <a:endParaRPr lang="en-US"/>
        </a:p>
      </dgm:t>
    </dgm:pt>
    <dgm:pt modelId="{E583CA43-C739-4E85-B60C-62A38924CE4C}" type="sibTrans" cxnId="{80637897-DD0A-4F57-AA70-74C72101F4CD}">
      <dgm:prSet/>
      <dgm:spPr/>
      <dgm:t>
        <a:bodyPr/>
        <a:lstStyle/>
        <a:p>
          <a:endParaRPr lang="en-US"/>
        </a:p>
      </dgm:t>
    </dgm:pt>
    <dgm:pt modelId="{29749E67-B2B3-4A04-B24D-F5E0B3D6E8CB}">
      <dgm:prSet/>
      <dgm:spPr/>
      <dgm:t>
        <a:bodyPr/>
        <a:lstStyle/>
        <a:p>
          <a:r>
            <a:rPr lang="en-US"/>
            <a:t>2. Data Preprocessing &amp; Scaling</a:t>
          </a:r>
        </a:p>
      </dgm:t>
    </dgm:pt>
    <dgm:pt modelId="{F6DE6567-CF46-467C-8426-BE06775157A5}" type="parTrans" cxnId="{357964B5-867E-4290-9BA2-A25F00A9246F}">
      <dgm:prSet/>
      <dgm:spPr/>
      <dgm:t>
        <a:bodyPr/>
        <a:lstStyle/>
        <a:p>
          <a:endParaRPr lang="en-US"/>
        </a:p>
      </dgm:t>
    </dgm:pt>
    <dgm:pt modelId="{A107F0E4-6A72-4053-9E02-A13ECC920E8A}" type="sibTrans" cxnId="{357964B5-867E-4290-9BA2-A25F00A9246F}">
      <dgm:prSet/>
      <dgm:spPr/>
      <dgm:t>
        <a:bodyPr/>
        <a:lstStyle/>
        <a:p>
          <a:endParaRPr lang="en-US"/>
        </a:p>
      </dgm:t>
    </dgm:pt>
    <dgm:pt modelId="{C9DDC1AE-6A2C-4761-876A-98B5C3A94F28}">
      <dgm:prSet/>
      <dgm:spPr/>
      <dgm:t>
        <a:bodyPr/>
        <a:lstStyle/>
        <a:p>
          <a:r>
            <a:rPr lang="en-US"/>
            <a:t>3. Machine Learning Prediction</a:t>
          </a:r>
        </a:p>
      </dgm:t>
    </dgm:pt>
    <dgm:pt modelId="{5AA8C5B9-CBD3-42D9-8BED-5BEADF0BFDEC}" type="parTrans" cxnId="{31FC6279-13BB-41CE-9E24-0274BC62F684}">
      <dgm:prSet/>
      <dgm:spPr/>
      <dgm:t>
        <a:bodyPr/>
        <a:lstStyle/>
        <a:p>
          <a:endParaRPr lang="en-US"/>
        </a:p>
      </dgm:t>
    </dgm:pt>
    <dgm:pt modelId="{2F96A203-7FBF-497A-8434-507FCCCE3286}" type="sibTrans" cxnId="{31FC6279-13BB-41CE-9E24-0274BC62F684}">
      <dgm:prSet/>
      <dgm:spPr/>
      <dgm:t>
        <a:bodyPr/>
        <a:lstStyle/>
        <a:p>
          <a:endParaRPr lang="en-US"/>
        </a:p>
      </dgm:t>
    </dgm:pt>
    <dgm:pt modelId="{6FFFE116-DFA4-4F35-B79D-79976474C98B}">
      <dgm:prSet/>
      <dgm:spPr/>
      <dgm:t>
        <a:bodyPr/>
        <a:lstStyle/>
        <a:p>
          <a:r>
            <a:rPr lang="en-US"/>
            <a:t>4. Risk Categorization</a:t>
          </a:r>
        </a:p>
      </dgm:t>
    </dgm:pt>
    <dgm:pt modelId="{23D2215D-8EE5-4CC3-9CC6-FE34C4B0A0E3}" type="parTrans" cxnId="{5B179CC3-E6C1-4F26-975A-A3A8837E0BF4}">
      <dgm:prSet/>
      <dgm:spPr/>
      <dgm:t>
        <a:bodyPr/>
        <a:lstStyle/>
        <a:p>
          <a:endParaRPr lang="en-US"/>
        </a:p>
      </dgm:t>
    </dgm:pt>
    <dgm:pt modelId="{B3E10FE2-CE0A-41E7-A201-5C814B1F34B8}" type="sibTrans" cxnId="{5B179CC3-E6C1-4F26-975A-A3A8837E0BF4}">
      <dgm:prSet/>
      <dgm:spPr/>
      <dgm:t>
        <a:bodyPr/>
        <a:lstStyle/>
        <a:p>
          <a:endParaRPr lang="en-US"/>
        </a:p>
      </dgm:t>
    </dgm:pt>
    <dgm:pt modelId="{B0DBBA7C-8A71-4EA2-AB22-9E98FD826413}">
      <dgm:prSet/>
      <dgm:spPr/>
      <dgm:t>
        <a:bodyPr/>
        <a:lstStyle/>
        <a:p>
          <a:r>
            <a:rPr lang="en-US"/>
            <a:t>5. Visual Analytics &amp; Reporting</a:t>
          </a:r>
        </a:p>
      </dgm:t>
    </dgm:pt>
    <dgm:pt modelId="{123CD52B-C067-4C0B-B670-2ABCED3B2D8F}" type="parTrans" cxnId="{675269BA-D9D4-4111-B266-537E3C8D57A4}">
      <dgm:prSet/>
      <dgm:spPr/>
      <dgm:t>
        <a:bodyPr/>
        <a:lstStyle/>
        <a:p>
          <a:endParaRPr lang="en-US"/>
        </a:p>
      </dgm:t>
    </dgm:pt>
    <dgm:pt modelId="{C589E974-53C8-419C-A285-9E9F525ACE5A}" type="sibTrans" cxnId="{675269BA-D9D4-4111-B266-537E3C8D57A4}">
      <dgm:prSet/>
      <dgm:spPr/>
      <dgm:t>
        <a:bodyPr/>
        <a:lstStyle/>
        <a:p>
          <a:endParaRPr lang="en-US"/>
        </a:p>
      </dgm:t>
    </dgm:pt>
    <dgm:pt modelId="{F2ABA01A-1273-4A7F-AA39-0CC1FF7FDD95}" type="pres">
      <dgm:prSet presAssocID="{E269454C-10B7-447A-8542-3E417F76E867}" presName="root" presStyleCnt="0">
        <dgm:presLayoutVars>
          <dgm:dir/>
          <dgm:resizeHandles val="exact"/>
        </dgm:presLayoutVars>
      </dgm:prSet>
      <dgm:spPr/>
    </dgm:pt>
    <dgm:pt modelId="{C69A5A6A-6C3E-4C40-A6D3-774B3B41C498}" type="pres">
      <dgm:prSet presAssocID="{D6EAB57D-EA9F-4B3B-ACAB-5F10921F521A}" presName="compNode" presStyleCnt="0"/>
      <dgm:spPr/>
    </dgm:pt>
    <dgm:pt modelId="{F3EF4CEC-4EE1-4454-83A7-DD8AE4E371EF}" type="pres">
      <dgm:prSet presAssocID="{D6EAB57D-EA9F-4B3B-ACAB-5F10921F521A}" presName="bgRect" presStyleLbl="bgShp" presStyleIdx="0" presStyleCnt="5"/>
      <dgm:spPr/>
    </dgm:pt>
    <dgm:pt modelId="{B3AA8972-A3AB-48E1-9983-FEAB19996FB4}" type="pres">
      <dgm:prSet presAssocID="{D6EAB57D-EA9F-4B3B-ACAB-5F10921F521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6AC8719-8774-4BAA-A548-5D7AFD861A9B}" type="pres">
      <dgm:prSet presAssocID="{D6EAB57D-EA9F-4B3B-ACAB-5F10921F521A}" presName="spaceRect" presStyleCnt="0"/>
      <dgm:spPr/>
    </dgm:pt>
    <dgm:pt modelId="{3A9B1861-01CB-4BF8-B1B4-2FE5E8570717}" type="pres">
      <dgm:prSet presAssocID="{D6EAB57D-EA9F-4B3B-ACAB-5F10921F521A}" presName="parTx" presStyleLbl="revTx" presStyleIdx="0" presStyleCnt="5">
        <dgm:presLayoutVars>
          <dgm:chMax val="0"/>
          <dgm:chPref val="0"/>
        </dgm:presLayoutVars>
      </dgm:prSet>
      <dgm:spPr/>
    </dgm:pt>
    <dgm:pt modelId="{4F2C05E0-2AE6-4A45-8D4D-10BF26A9F772}" type="pres">
      <dgm:prSet presAssocID="{E583CA43-C739-4E85-B60C-62A38924CE4C}" presName="sibTrans" presStyleCnt="0"/>
      <dgm:spPr/>
    </dgm:pt>
    <dgm:pt modelId="{37F95416-84E4-4186-8E9F-84E400A701DC}" type="pres">
      <dgm:prSet presAssocID="{29749E67-B2B3-4A04-B24D-F5E0B3D6E8CB}" presName="compNode" presStyleCnt="0"/>
      <dgm:spPr/>
    </dgm:pt>
    <dgm:pt modelId="{C59792BF-0174-4BEF-8DC2-C258E2C96073}" type="pres">
      <dgm:prSet presAssocID="{29749E67-B2B3-4A04-B24D-F5E0B3D6E8CB}" presName="bgRect" presStyleLbl="bgShp" presStyleIdx="1" presStyleCnt="5"/>
      <dgm:spPr/>
    </dgm:pt>
    <dgm:pt modelId="{986C72CB-F4DD-4423-B709-6ECC35C005E4}" type="pres">
      <dgm:prSet presAssocID="{29749E67-B2B3-4A04-B24D-F5E0B3D6E8C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16F5C658-B04C-44ED-8C07-0FF138BFC218}" type="pres">
      <dgm:prSet presAssocID="{29749E67-B2B3-4A04-B24D-F5E0B3D6E8CB}" presName="spaceRect" presStyleCnt="0"/>
      <dgm:spPr/>
    </dgm:pt>
    <dgm:pt modelId="{4FFA4B3F-50D0-4210-BEFB-1072BF0E907E}" type="pres">
      <dgm:prSet presAssocID="{29749E67-B2B3-4A04-B24D-F5E0B3D6E8CB}" presName="parTx" presStyleLbl="revTx" presStyleIdx="1" presStyleCnt="5">
        <dgm:presLayoutVars>
          <dgm:chMax val="0"/>
          <dgm:chPref val="0"/>
        </dgm:presLayoutVars>
      </dgm:prSet>
      <dgm:spPr/>
    </dgm:pt>
    <dgm:pt modelId="{6DDF2FC0-E8B8-4A97-9535-176B3E40DC1C}" type="pres">
      <dgm:prSet presAssocID="{A107F0E4-6A72-4053-9E02-A13ECC920E8A}" presName="sibTrans" presStyleCnt="0"/>
      <dgm:spPr/>
    </dgm:pt>
    <dgm:pt modelId="{2FD5946C-6976-4A5E-8F7C-9951515A2155}" type="pres">
      <dgm:prSet presAssocID="{C9DDC1AE-6A2C-4761-876A-98B5C3A94F28}" presName="compNode" presStyleCnt="0"/>
      <dgm:spPr/>
    </dgm:pt>
    <dgm:pt modelId="{A1C190F2-20C1-44B0-BF3E-06AD62623D2E}" type="pres">
      <dgm:prSet presAssocID="{C9DDC1AE-6A2C-4761-876A-98B5C3A94F28}" presName="bgRect" presStyleLbl="bgShp" presStyleIdx="2" presStyleCnt="5"/>
      <dgm:spPr/>
    </dgm:pt>
    <dgm:pt modelId="{918E2DD7-F22B-4C86-994C-B7077EDA4460}" type="pres">
      <dgm:prSet presAssocID="{C9DDC1AE-6A2C-4761-876A-98B5C3A94F2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C64D4AEC-BA28-4845-94EF-12B8D0484754}" type="pres">
      <dgm:prSet presAssocID="{C9DDC1AE-6A2C-4761-876A-98B5C3A94F28}" presName="spaceRect" presStyleCnt="0"/>
      <dgm:spPr/>
    </dgm:pt>
    <dgm:pt modelId="{9B6D76E5-1806-4B39-B508-59DFE146D969}" type="pres">
      <dgm:prSet presAssocID="{C9DDC1AE-6A2C-4761-876A-98B5C3A94F28}" presName="parTx" presStyleLbl="revTx" presStyleIdx="2" presStyleCnt="5">
        <dgm:presLayoutVars>
          <dgm:chMax val="0"/>
          <dgm:chPref val="0"/>
        </dgm:presLayoutVars>
      </dgm:prSet>
      <dgm:spPr/>
    </dgm:pt>
    <dgm:pt modelId="{1A6ABCA0-2D1C-47CB-8432-257CC44E11A3}" type="pres">
      <dgm:prSet presAssocID="{2F96A203-7FBF-497A-8434-507FCCCE3286}" presName="sibTrans" presStyleCnt="0"/>
      <dgm:spPr/>
    </dgm:pt>
    <dgm:pt modelId="{DBD31CE5-5779-4065-9A83-7770CE740FB8}" type="pres">
      <dgm:prSet presAssocID="{6FFFE116-DFA4-4F35-B79D-79976474C98B}" presName="compNode" presStyleCnt="0"/>
      <dgm:spPr/>
    </dgm:pt>
    <dgm:pt modelId="{99644F1E-0376-479D-9B9C-9CC08380FAEE}" type="pres">
      <dgm:prSet presAssocID="{6FFFE116-DFA4-4F35-B79D-79976474C98B}" presName="bgRect" presStyleLbl="bgShp" presStyleIdx="3" presStyleCnt="5"/>
      <dgm:spPr/>
    </dgm:pt>
    <dgm:pt modelId="{670C0186-1273-4716-85BA-7C7C876E616C}" type="pres">
      <dgm:prSet presAssocID="{6FFFE116-DFA4-4F35-B79D-79976474C98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F821DA04-7FAD-4699-B109-EF45DA354303}" type="pres">
      <dgm:prSet presAssocID="{6FFFE116-DFA4-4F35-B79D-79976474C98B}" presName="spaceRect" presStyleCnt="0"/>
      <dgm:spPr/>
    </dgm:pt>
    <dgm:pt modelId="{50CE7FE2-3B51-4D22-8D5E-605078CEDE37}" type="pres">
      <dgm:prSet presAssocID="{6FFFE116-DFA4-4F35-B79D-79976474C98B}" presName="parTx" presStyleLbl="revTx" presStyleIdx="3" presStyleCnt="5">
        <dgm:presLayoutVars>
          <dgm:chMax val="0"/>
          <dgm:chPref val="0"/>
        </dgm:presLayoutVars>
      </dgm:prSet>
      <dgm:spPr/>
    </dgm:pt>
    <dgm:pt modelId="{4E49C8B0-C943-4A8B-9CF8-F9025A08647D}" type="pres">
      <dgm:prSet presAssocID="{B3E10FE2-CE0A-41E7-A201-5C814B1F34B8}" presName="sibTrans" presStyleCnt="0"/>
      <dgm:spPr/>
    </dgm:pt>
    <dgm:pt modelId="{6E0AE71A-1783-4E23-9082-A08CE6DFCDD4}" type="pres">
      <dgm:prSet presAssocID="{B0DBBA7C-8A71-4EA2-AB22-9E98FD826413}" presName="compNode" presStyleCnt="0"/>
      <dgm:spPr/>
    </dgm:pt>
    <dgm:pt modelId="{66573791-7A36-4977-B7E1-23F7DECB8C2C}" type="pres">
      <dgm:prSet presAssocID="{B0DBBA7C-8A71-4EA2-AB22-9E98FD826413}" presName="bgRect" presStyleLbl="bgShp" presStyleIdx="4" presStyleCnt="5"/>
      <dgm:spPr/>
    </dgm:pt>
    <dgm:pt modelId="{F4925416-5979-4E4F-B4A2-4F2040262DD4}" type="pres">
      <dgm:prSet presAssocID="{B0DBBA7C-8A71-4EA2-AB22-9E98FD82641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B2214C3-B401-413A-A58D-5A93171AFCD7}" type="pres">
      <dgm:prSet presAssocID="{B0DBBA7C-8A71-4EA2-AB22-9E98FD826413}" presName="spaceRect" presStyleCnt="0"/>
      <dgm:spPr/>
    </dgm:pt>
    <dgm:pt modelId="{FBD67C2E-A5BB-4297-AEB4-54C51AE68262}" type="pres">
      <dgm:prSet presAssocID="{B0DBBA7C-8A71-4EA2-AB22-9E98FD826413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E1F6DC34-0CEE-4E9B-92CD-FA44817C25A0}" type="presOf" srcId="{C9DDC1AE-6A2C-4761-876A-98B5C3A94F28}" destId="{9B6D76E5-1806-4B39-B508-59DFE146D969}" srcOrd="0" destOrd="0" presId="urn:microsoft.com/office/officeart/2018/2/layout/IconVerticalSolidList"/>
    <dgm:cxn modelId="{E9777D3C-0941-4D58-869B-7773CE5C610F}" type="presOf" srcId="{29749E67-B2B3-4A04-B24D-F5E0B3D6E8CB}" destId="{4FFA4B3F-50D0-4210-BEFB-1072BF0E907E}" srcOrd="0" destOrd="0" presId="urn:microsoft.com/office/officeart/2018/2/layout/IconVerticalSolidList"/>
    <dgm:cxn modelId="{31FC6279-13BB-41CE-9E24-0274BC62F684}" srcId="{E269454C-10B7-447A-8542-3E417F76E867}" destId="{C9DDC1AE-6A2C-4761-876A-98B5C3A94F28}" srcOrd="2" destOrd="0" parTransId="{5AA8C5B9-CBD3-42D9-8BED-5BEADF0BFDEC}" sibTransId="{2F96A203-7FBF-497A-8434-507FCCCE3286}"/>
    <dgm:cxn modelId="{47C4757B-9C4A-410E-9C25-174A67236549}" type="presOf" srcId="{D6EAB57D-EA9F-4B3B-ACAB-5F10921F521A}" destId="{3A9B1861-01CB-4BF8-B1B4-2FE5E8570717}" srcOrd="0" destOrd="0" presId="urn:microsoft.com/office/officeart/2018/2/layout/IconVerticalSolidList"/>
    <dgm:cxn modelId="{9EC1298A-810E-4A95-A3A9-7FB93F6CC41D}" type="presOf" srcId="{B0DBBA7C-8A71-4EA2-AB22-9E98FD826413}" destId="{FBD67C2E-A5BB-4297-AEB4-54C51AE68262}" srcOrd="0" destOrd="0" presId="urn:microsoft.com/office/officeart/2018/2/layout/IconVerticalSolidList"/>
    <dgm:cxn modelId="{80637897-DD0A-4F57-AA70-74C72101F4CD}" srcId="{E269454C-10B7-447A-8542-3E417F76E867}" destId="{D6EAB57D-EA9F-4B3B-ACAB-5F10921F521A}" srcOrd="0" destOrd="0" parTransId="{E07430A0-E305-4ADD-8B21-3BB091ED3AAF}" sibTransId="{E583CA43-C739-4E85-B60C-62A38924CE4C}"/>
    <dgm:cxn modelId="{357964B5-867E-4290-9BA2-A25F00A9246F}" srcId="{E269454C-10B7-447A-8542-3E417F76E867}" destId="{29749E67-B2B3-4A04-B24D-F5E0B3D6E8CB}" srcOrd="1" destOrd="0" parTransId="{F6DE6567-CF46-467C-8426-BE06775157A5}" sibTransId="{A107F0E4-6A72-4053-9E02-A13ECC920E8A}"/>
    <dgm:cxn modelId="{675269BA-D9D4-4111-B266-537E3C8D57A4}" srcId="{E269454C-10B7-447A-8542-3E417F76E867}" destId="{B0DBBA7C-8A71-4EA2-AB22-9E98FD826413}" srcOrd="4" destOrd="0" parTransId="{123CD52B-C067-4C0B-B670-2ABCED3B2D8F}" sibTransId="{C589E974-53C8-419C-A285-9E9F525ACE5A}"/>
    <dgm:cxn modelId="{5B179CC3-E6C1-4F26-975A-A3A8837E0BF4}" srcId="{E269454C-10B7-447A-8542-3E417F76E867}" destId="{6FFFE116-DFA4-4F35-B79D-79976474C98B}" srcOrd="3" destOrd="0" parTransId="{23D2215D-8EE5-4CC3-9CC6-FE34C4B0A0E3}" sibTransId="{B3E10FE2-CE0A-41E7-A201-5C814B1F34B8}"/>
    <dgm:cxn modelId="{805438D2-5C5A-4E76-A804-50BAE3D7B612}" type="presOf" srcId="{E269454C-10B7-447A-8542-3E417F76E867}" destId="{F2ABA01A-1273-4A7F-AA39-0CC1FF7FDD95}" srcOrd="0" destOrd="0" presId="urn:microsoft.com/office/officeart/2018/2/layout/IconVerticalSolidList"/>
    <dgm:cxn modelId="{997263E8-9BC0-4AD9-92B4-080AF789DD3B}" type="presOf" srcId="{6FFFE116-DFA4-4F35-B79D-79976474C98B}" destId="{50CE7FE2-3B51-4D22-8D5E-605078CEDE37}" srcOrd="0" destOrd="0" presId="urn:microsoft.com/office/officeart/2018/2/layout/IconVerticalSolidList"/>
    <dgm:cxn modelId="{73E76C3C-4CEF-49D8-BD86-18B91CBB9201}" type="presParOf" srcId="{F2ABA01A-1273-4A7F-AA39-0CC1FF7FDD95}" destId="{C69A5A6A-6C3E-4C40-A6D3-774B3B41C498}" srcOrd="0" destOrd="0" presId="urn:microsoft.com/office/officeart/2018/2/layout/IconVerticalSolidList"/>
    <dgm:cxn modelId="{0210E2E9-0CAD-4505-B019-3B214E93CD63}" type="presParOf" srcId="{C69A5A6A-6C3E-4C40-A6D3-774B3B41C498}" destId="{F3EF4CEC-4EE1-4454-83A7-DD8AE4E371EF}" srcOrd="0" destOrd="0" presId="urn:microsoft.com/office/officeart/2018/2/layout/IconVerticalSolidList"/>
    <dgm:cxn modelId="{029B78AE-EA42-459C-A01A-DD9554AE0890}" type="presParOf" srcId="{C69A5A6A-6C3E-4C40-A6D3-774B3B41C498}" destId="{B3AA8972-A3AB-48E1-9983-FEAB19996FB4}" srcOrd="1" destOrd="0" presId="urn:microsoft.com/office/officeart/2018/2/layout/IconVerticalSolidList"/>
    <dgm:cxn modelId="{7B394B95-F0DD-4AB1-9BF2-DEB1CB8DB478}" type="presParOf" srcId="{C69A5A6A-6C3E-4C40-A6D3-774B3B41C498}" destId="{D6AC8719-8774-4BAA-A548-5D7AFD861A9B}" srcOrd="2" destOrd="0" presId="urn:microsoft.com/office/officeart/2018/2/layout/IconVerticalSolidList"/>
    <dgm:cxn modelId="{5D69ABFC-A0D0-46E9-B1D7-626A0485BC70}" type="presParOf" srcId="{C69A5A6A-6C3E-4C40-A6D3-774B3B41C498}" destId="{3A9B1861-01CB-4BF8-B1B4-2FE5E8570717}" srcOrd="3" destOrd="0" presId="urn:microsoft.com/office/officeart/2018/2/layout/IconVerticalSolidList"/>
    <dgm:cxn modelId="{79369524-056B-4482-B3BA-4CA6272D2593}" type="presParOf" srcId="{F2ABA01A-1273-4A7F-AA39-0CC1FF7FDD95}" destId="{4F2C05E0-2AE6-4A45-8D4D-10BF26A9F772}" srcOrd="1" destOrd="0" presId="urn:microsoft.com/office/officeart/2018/2/layout/IconVerticalSolidList"/>
    <dgm:cxn modelId="{C78EC044-74C8-480E-AC85-859824933D22}" type="presParOf" srcId="{F2ABA01A-1273-4A7F-AA39-0CC1FF7FDD95}" destId="{37F95416-84E4-4186-8E9F-84E400A701DC}" srcOrd="2" destOrd="0" presId="urn:microsoft.com/office/officeart/2018/2/layout/IconVerticalSolidList"/>
    <dgm:cxn modelId="{58516AA0-15D5-4FAF-9B39-11C300B6314B}" type="presParOf" srcId="{37F95416-84E4-4186-8E9F-84E400A701DC}" destId="{C59792BF-0174-4BEF-8DC2-C258E2C96073}" srcOrd="0" destOrd="0" presId="urn:microsoft.com/office/officeart/2018/2/layout/IconVerticalSolidList"/>
    <dgm:cxn modelId="{F7AB6D73-B456-4B56-B8BB-7CFDD56D8D60}" type="presParOf" srcId="{37F95416-84E4-4186-8E9F-84E400A701DC}" destId="{986C72CB-F4DD-4423-B709-6ECC35C005E4}" srcOrd="1" destOrd="0" presId="urn:microsoft.com/office/officeart/2018/2/layout/IconVerticalSolidList"/>
    <dgm:cxn modelId="{643A6DFA-8D4D-4EE0-B993-A568D2A74554}" type="presParOf" srcId="{37F95416-84E4-4186-8E9F-84E400A701DC}" destId="{16F5C658-B04C-44ED-8C07-0FF138BFC218}" srcOrd="2" destOrd="0" presId="urn:microsoft.com/office/officeart/2018/2/layout/IconVerticalSolidList"/>
    <dgm:cxn modelId="{0EF09030-DAD3-4726-958B-73DCF4CCE445}" type="presParOf" srcId="{37F95416-84E4-4186-8E9F-84E400A701DC}" destId="{4FFA4B3F-50D0-4210-BEFB-1072BF0E907E}" srcOrd="3" destOrd="0" presId="urn:microsoft.com/office/officeart/2018/2/layout/IconVerticalSolidList"/>
    <dgm:cxn modelId="{B48DFF04-F2B3-48A2-814F-DDB7AD8AF871}" type="presParOf" srcId="{F2ABA01A-1273-4A7F-AA39-0CC1FF7FDD95}" destId="{6DDF2FC0-E8B8-4A97-9535-176B3E40DC1C}" srcOrd="3" destOrd="0" presId="urn:microsoft.com/office/officeart/2018/2/layout/IconVerticalSolidList"/>
    <dgm:cxn modelId="{F842EB8B-D356-43F0-B5F0-83EDD853D46A}" type="presParOf" srcId="{F2ABA01A-1273-4A7F-AA39-0CC1FF7FDD95}" destId="{2FD5946C-6976-4A5E-8F7C-9951515A2155}" srcOrd="4" destOrd="0" presId="urn:microsoft.com/office/officeart/2018/2/layout/IconVerticalSolidList"/>
    <dgm:cxn modelId="{24AD173F-A30E-4111-8212-CB5CA88754E2}" type="presParOf" srcId="{2FD5946C-6976-4A5E-8F7C-9951515A2155}" destId="{A1C190F2-20C1-44B0-BF3E-06AD62623D2E}" srcOrd="0" destOrd="0" presId="urn:microsoft.com/office/officeart/2018/2/layout/IconVerticalSolidList"/>
    <dgm:cxn modelId="{0E6F5F0B-E553-45E6-B6CD-85A2B45C9C87}" type="presParOf" srcId="{2FD5946C-6976-4A5E-8F7C-9951515A2155}" destId="{918E2DD7-F22B-4C86-994C-B7077EDA4460}" srcOrd="1" destOrd="0" presId="urn:microsoft.com/office/officeart/2018/2/layout/IconVerticalSolidList"/>
    <dgm:cxn modelId="{505F17F9-1320-4A87-ADCD-DF6896A59620}" type="presParOf" srcId="{2FD5946C-6976-4A5E-8F7C-9951515A2155}" destId="{C64D4AEC-BA28-4845-94EF-12B8D0484754}" srcOrd="2" destOrd="0" presId="urn:microsoft.com/office/officeart/2018/2/layout/IconVerticalSolidList"/>
    <dgm:cxn modelId="{1314E9CA-3BC7-4080-BD51-5B21D7768ED9}" type="presParOf" srcId="{2FD5946C-6976-4A5E-8F7C-9951515A2155}" destId="{9B6D76E5-1806-4B39-B508-59DFE146D969}" srcOrd="3" destOrd="0" presId="urn:microsoft.com/office/officeart/2018/2/layout/IconVerticalSolidList"/>
    <dgm:cxn modelId="{589B6054-D9E0-455D-AF15-7105C5DA71DB}" type="presParOf" srcId="{F2ABA01A-1273-4A7F-AA39-0CC1FF7FDD95}" destId="{1A6ABCA0-2D1C-47CB-8432-257CC44E11A3}" srcOrd="5" destOrd="0" presId="urn:microsoft.com/office/officeart/2018/2/layout/IconVerticalSolidList"/>
    <dgm:cxn modelId="{3F9035C2-A9FF-481D-874B-F7545875E254}" type="presParOf" srcId="{F2ABA01A-1273-4A7F-AA39-0CC1FF7FDD95}" destId="{DBD31CE5-5779-4065-9A83-7770CE740FB8}" srcOrd="6" destOrd="0" presId="urn:microsoft.com/office/officeart/2018/2/layout/IconVerticalSolidList"/>
    <dgm:cxn modelId="{D7281CEA-9C0C-468A-9753-7FD379072ADA}" type="presParOf" srcId="{DBD31CE5-5779-4065-9A83-7770CE740FB8}" destId="{99644F1E-0376-479D-9B9C-9CC08380FAEE}" srcOrd="0" destOrd="0" presId="urn:microsoft.com/office/officeart/2018/2/layout/IconVerticalSolidList"/>
    <dgm:cxn modelId="{F218EB12-E0B2-48CE-BF6F-C222450F54D6}" type="presParOf" srcId="{DBD31CE5-5779-4065-9A83-7770CE740FB8}" destId="{670C0186-1273-4716-85BA-7C7C876E616C}" srcOrd="1" destOrd="0" presId="urn:microsoft.com/office/officeart/2018/2/layout/IconVerticalSolidList"/>
    <dgm:cxn modelId="{65B3FBA2-2231-4604-980D-9CCEAEB99212}" type="presParOf" srcId="{DBD31CE5-5779-4065-9A83-7770CE740FB8}" destId="{F821DA04-7FAD-4699-B109-EF45DA354303}" srcOrd="2" destOrd="0" presId="urn:microsoft.com/office/officeart/2018/2/layout/IconVerticalSolidList"/>
    <dgm:cxn modelId="{7514D958-5B32-4F0D-AF12-47676073FECA}" type="presParOf" srcId="{DBD31CE5-5779-4065-9A83-7770CE740FB8}" destId="{50CE7FE2-3B51-4D22-8D5E-605078CEDE37}" srcOrd="3" destOrd="0" presId="urn:microsoft.com/office/officeart/2018/2/layout/IconVerticalSolidList"/>
    <dgm:cxn modelId="{55504DEC-1F17-492C-A0B8-5299F34A00FE}" type="presParOf" srcId="{F2ABA01A-1273-4A7F-AA39-0CC1FF7FDD95}" destId="{4E49C8B0-C943-4A8B-9CF8-F9025A08647D}" srcOrd="7" destOrd="0" presId="urn:microsoft.com/office/officeart/2018/2/layout/IconVerticalSolidList"/>
    <dgm:cxn modelId="{B667A6D9-D54A-40E8-9106-AC409F185D91}" type="presParOf" srcId="{F2ABA01A-1273-4A7F-AA39-0CC1FF7FDD95}" destId="{6E0AE71A-1783-4E23-9082-A08CE6DFCDD4}" srcOrd="8" destOrd="0" presId="urn:microsoft.com/office/officeart/2018/2/layout/IconVerticalSolidList"/>
    <dgm:cxn modelId="{45C3AC13-C74A-4DAB-8BDA-288922D970F2}" type="presParOf" srcId="{6E0AE71A-1783-4E23-9082-A08CE6DFCDD4}" destId="{66573791-7A36-4977-B7E1-23F7DECB8C2C}" srcOrd="0" destOrd="0" presId="urn:microsoft.com/office/officeart/2018/2/layout/IconVerticalSolidList"/>
    <dgm:cxn modelId="{21949EED-7C65-47F5-9624-2D09BD425499}" type="presParOf" srcId="{6E0AE71A-1783-4E23-9082-A08CE6DFCDD4}" destId="{F4925416-5979-4E4F-B4A2-4F2040262DD4}" srcOrd="1" destOrd="0" presId="urn:microsoft.com/office/officeart/2018/2/layout/IconVerticalSolidList"/>
    <dgm:cxn modelId="{3B0067AE-72D5-4F36-B98A-03FD10D1D65B}" type="presParOf" srcId="{6E0AE71A-1783-4E23-9082-A08CE6DFCDD4}" destId="{3B2214C3-B401-413A-A58D-5A93171AFCD7}" srcOrd="2" destOrd="0" presId="urn:microsoft.com/office/officeart/2018/2/layout/IconVerticalSolidList"/>
    <dgm:cxn modelId="{CAEB78F3-A56C-4245-8DA4-57CAD40790BB}" type="presParOf" srcId="{6E0AE71A-1783-4E23-9082-A08CE6DFCDD4}" destId="{FBD67C2E-A5BB-4297-AEB4-54C51AE6826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91D9A67-034C-4098-A663-4C027A5D881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5309CEA-78B7-4C0E-9E0C-392465EA0618}">
      <dgm:prSet/>
      <dgm:spPr/>
      <dgm:t>
        <a:bodyPr/>
        <a:lstStyle/>
        <a:p>
          <a:r>
            <a:rPr lang="en-US"/>
            <a:t>• Reduced default probability</a:t>
          </a:r>
        </a:p>
      </dgm:t>
    </dgm:pt>
    <dgm:pt modelId="{2D71A8B6-E81B-4C98-993D-665BF90ACAEE}" type="parTrans" cxnId="{812F7155-B150-4ACF-BE89-69DB786CC6E0}">
      <dgm:prSet/>
      <dgm:spPr/>
      <dgm:t>
        <a:bodyPr/>
        <a:lstStyle/>
        <a:p>
          <a:endParaRPr lang="en-US"/>
        </a:p>
      </dgm:t>
    </dgm:pt>
    <dgm:pt modelId="{B576A4A9-FF5D-4B10-BCB5-3B1973A49968}" type="sibTrans" cxnId="{812F7155-B150-4ACF-BE89-69DB786CC6E0}">
      <dgm:prSet/>
      <dgm:spPr/>
      <dgm:t>
        <a:bodyPr/>
        <a:lstStyle/>
        <a:p>
          <a:endParaRPr lang="en-US"/>
        </a:p>
      </dgm:t>
    </dgm:pt>
    <dgm:pt modelId="{F8707FC0-F29C-46E3-B671-0267868C122D}">
      <dgm:prSet/>
      <dgm:spPr/>
      <dgm:t>
        <a:bodyPr/>
        <a:lstStyle/>
        <a:p>
          <a:r>
            <a:rPr lang="en-US"/>
            <a:t>• Improved portfolio health</a:t>
          </a:r>
        </a:p>
      </dgm:t>
    </dgm:pt>
    <dgm:pt modelId="{84BFA7EA-2E5C-4281-9B52-785370444279}" type="parTrans" cxnId="{D8F3D718-5F13-4064-9041-47BF7020F466}">
      <dgm:prSet/>
      <dgm:spPr/>
      <dgm:t>
        <a:bodyPr/>
        <a:lstStyle/>
        <a:p>
          <a:endParaRPr lang="en-US"/>
        </a:p>
      </dgm:t>
    </dgm:pt>
    <dgm:pt modelId="{0DD8E0A0-ADD4-4A3F-B2AC-D5E5BB1FACEA}" type="sibTrans" cxnId="{D8F3D718-5F13-4064-9041-47BF7020F466}">
      <dgm:prSet/>
      <dgm:spPr/>
      <dgm:t>
        <a:bodyPr/>
        <a:lstStyle/>
        <a:p>
          <a:endParaRPr lang="en-US"/>
        </a:p>
      </dgm:t>
    </dgm:pt>
    <dgm:pt modelId="{608AFAFB-8132-452A-95F7-7587DE80FB0E}">
      <dgm:prSet/>
      <dgm:spPr/>
      <dgm:t>
        <a:bodyPr/>
        <a:lstStyle/>
        <a:p>
          <a:r>
            <a:rPr lang="en-US"/>
            <a:t>• Faster credit decision cycles</a:t>
          </a:r>
        </a:p>
      </dgm:t>
    </dgm:pt>
    <dgm:pt modelId="{DE92463E-CE99-45B6-B5FB-5BFFC782EBD1}" type="parTrans" cxnId="{F00594D9-6CA8-4EB9-8670-FD6C6A587524}">
      <dgm:prSet/>
      <dgm:spPr/>
      <dgm:t>
        <a:bodyPr/>
        <a:lstStyle/>
        <a:p>
          <a:endParaRPr lang="en-US"/>
        </a:p>
      </dgm:t>
    </dgm:pt>
    <dgm:pt modelId="{B9734E72-F54D-4757-9FE4-D85F9E683422}" type="sibTrans" cxnId="{F00594D9-6CA8-4EB9-8670-FD6C6A587524}">
      <dgm:prSet/>
      <dgm:spPr/>
      <dgm:t>
        <a:bodyPr/>
        <a:lstStyle/>
        <a:p>
          <a:endParaRPr lang="en-US"/>
        </a:p>
      </dgm:t>
    </dgm:pt>
    <dgm:pt modelId="{78405B95-0C14-4495-94FD-9FE9C1966460}">
      <dgm:prSet/>
      <dgm:spPr/>
      <dgm:t>
        <a:bodyPr/>
        <a:lstStyle/>
        <a:p>
          <a:r>
            <a:rPr lang="en-US"/>
            <a:t>• Scalable for enterprise deployment</a:t>
          </a:r>
        </a:p>
      </dgm:t>
    </dgm:pt>
    <dgm:pt modelId="{C4A28664-70EE-4683-B5DA-D461A00AF141}" type="parTrans" cxnId="{06835092-4C24-4D63-8400-F16313CCFB26}">
      <dgm:prSet/>
      <dgm:spPr/>
      <dgm:t>
        <a:bodyPr/>
        <a:lstStyle/>
        <a:p>
          <a:endParaRPr lang="en-US"/>
        </a:p>
      </dgm:t>
    </dgm:pt>
    <dgm:pt modelId="{5158A6EB-1D65-4298-B624-1CC30B265CED}" type="sibTrans" cxnId="{06835092-4C24-4D63-8400-F16313CCFB26}">
      <dgm:prSet/>
      <dgm:spPr/>
      <dgm:t>
        <a:bodyPr/>
        <a:lstStyle/>
        <a:p>
          <a:endParaRPr lang="en-US"/>
        </a:p>
      </dgm:t>
    </dgm:pt>
    <dgm:pt modelId="{8173C87C-6770-4C8D-B12F-B0A610593414}" type="pres">
      <dgm:prSet presAssocID="{691D9A67-034C-4098-A663-4C027A5D881C}" presName="root" presStyleCnt="0">
        <dgm:presLayoutVars>
          <dgm:dir/>
          <dgm:resizeHandles val="exact"/>
        </dgm:presLayoutVars>
      </dgm:prSet>
      <dgm:spPr/>
    </dgm:pt>
    <dgm:pt modelId="{A1BAD289-BD28-4EA8-8263-ECD2EF354BAE}" type="pres">
      <dgm:prSet presAssocID="{D5309CEA-78B7-4C0E-9E0C-392465EA0618}" presName="compNode" presStyleCnt="0"/>
      <dgm:spPr/>
    </dgm:pt>
    <dgm:pt modelId="{AA041689-029E-4182-8D98-8A4B5DA00503}" type="pres">
      <dgm:prSet presAssocID="{D5309CEA-78B7-4C0E-9E0C-392465EA0618}" presName="bgRect" presStyleLbl="bgShp" presStyleIdx="0" presStyleCnt="4"/>
      <dgm:spPr/>
    </dgm:pt>
    <dgm:pt modelId="{6C61F5F2-3CC2-435F-AD09-C5499283341E}" type="pres">
      <dgm:prSet presAssocID="{D5309CEA-78B7-4C0E-9E0C-392465EA061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F5FA52DF-D07B-46FD-9146-307BF03B1667}" type="pres">
      <dgm:prSet presAssocID="{D5309CEA-78B7-4C0E-9E0C-392465EA0618}" presName="spaceRect" presStyleCnt="0"/>
      <dgm:spPr/>
    </dgm:pt>
    <dgm:pt modelId="{1FF8D769-0682-43E0-B53F-3F38C154F53F}" type="pres">
      <dgm:prSet presAssocID="{D5309CEA-78B7-4C0E-9E0C-392465EA0618}" presName="parTx" presStyleLbl="revTx" presStyleIdx="0" presStyleCnt="4">
        <dgm:presLayoutVars>
          <dgm:chMax val="0"/>
          <dgm:chPref val="0"/>
        </dgm:presLayoutVars>
      </dgm:prSet>
      <dgm:spPr/>
    </dgm:pt>
    <dgm:pt modelId="{DC9B129F-CD96-47AF-9598-2EDAEA9FD182}" type="pres">
      <dgm:prSet presAssocID="{B576A4A9-FF5D-4B10-BCB5-3B1973A49968}" presName="sibTrans" presStyleCnt="0"/>
      <dgm:spPr/>
    </dgm:pt>
    <dgm:pt modelId="{C2F6FFAD-DD79-4E68-AD4F-15FC6286B7CE}" type="pres">
      <dgm:prSet presAssocID="{F8707FC0-F29C-46E3-B671-0267868C122D}" presName="compNode" presStyleCnt="0"/>
      <dgm:spPr/>
    </dgm:pt>
    <dgm:pt modelId="{7E6876C4-04CE-4A14-AD35-8113609C3C8E}" type="pres">
      <dgm:prSet presAssocID="{F8707FC0-F29C-46E3-B671-0267868C122D}" presName="bgRect" presStyleLbl="bgShp" presStyleIdx="1" presStyleCnt="4"/>
      <dgm:spPr/>
    </dgm:pt>
    <dgm:pt modelId="{B76F4CBB-8A72-4816-AA9B-BEFFD86EA00F}" type="pres">
      <dgm:prSet presAssocID="{F8707FC0-F29C-46E3-B671-0267868C122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F91B172C-70EE-43E9-B584-3C973D071974}" type="pres">
      <dgm:prSet presAssocID="{F8707FC0-F29C-46E3-B671-0267868C122D}" presName="spaceRect" presStyleCnt="0"/>
      <dgm:spPr/>
    </dgm:pt>
    <dgm:pt modelId="{DDDEED5D-A6E0-468C-9EE5-E7409E1FFB57}" type="pres">
      <dgm:prSet presAssocID="{F8707FC0-F29C-46E3-B671-0267868C122D}" presName="parTx" presStyleLbl="revTx" presStyleIdx="1" presStyleCnt="4">
        <dgm:presLayoutVars>
          <dgm:chMax val="0"/>
          <dgm:chPref val="0"/>
        </dgm:presLayoutVars>
      </dgm:prSet>
      <dgm:spPr/>
    </dgm:pt>
    <dgm:pt modelId="{BBC7AB30-5AB1-4EBE-8842-9DA4DC075A6F}" type="pres">
      <dgm:prSet presAssocID="{0DD8E0A0-ADD4-4A3F-B2AC-D5E5BB1FACEA}" presName="sibTrans" presStyleCnt="0"/>
      <dgm:spPr/>
    </dgm:pt>
    <dgm:pt modelId="{302444FF-3832-4771-9153-4FDC4C0828A2}" type="pres">
      <dgm:prSet presAssocID="{608AFAFB-8132-452A-95F7-7587DE80FB0E}" presName="compNode" presStyleCnt="0"/>
      <dgm:spPr/>
    </dgm:pt>
    <dgm:pt modelId="{0CEC9432-2455-4475-B855-82FE5ABE92D7}" type="pres">
      <dgm:prSet presAssocID="{608AFAFB-8132-452A-95F7-7587DE80FB0E}" presName="bgRect" presStyleLbl="bgShp" presStyleIdx="2" presStyleCnt="4"/>
      <dgm:spPr/>
    </dgm:pt>
    <dgm:pt modelId="{57075959-B4C5-46A7-BF51-12EF48DC7D43}" type="pres">
      <dgm:prSet presAssocID="{608AFAFB-8132-452A-95F7-7587DE80FB0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D61FF21D-5BEE-4BF5-A397-A88DE2134828}" type="pres">
      <dgm:prSet presAssocID="{608AFAFB-8132-452A-95F7-7587DE80FB0E}" presName="spaceRect" presStyleCnt="0"/>
      <dgm:spPr/>
    </dgm:pt>
    <dgm:pt modelId="{07A89D56-AFBC-4AB7-B7BB-B2EC435EC51A}" type="pres">
      <dgm:prSet presAssocID="{608AFAFB-8132-452A-95F7-7587DE80FB0E}" presName="parTx" presStyleLbl="revTx" presStyleIdx="2" presStyleCnt="4">
        <dgm:presLayoutVars>
          <dgm:chMax val="0"/>
          <dgm:chPref val="0"/>
        </dgm:presLayoutVars>
      </dgm:prSet>
      <dgm:spPr/>
    </dgm:pt>
    <dgm:pt modelId="{E7BEFB9B-63D9-41EF-B1BB-A50CB80DC921}" type="pres">
      <dgm:prSet presAssocID="{B9734E72-F54D-4757-9FE4-D85F9E683422}" presName="sibTrans" presStyleCnt="0"/>
      <dgm:spPr/>
    </dgm:pt>
    <dgm:pt modelId="{6E0692EE-1ECB-403F-AC39-93BF9AFC013B}" type="pres">
      <dgm:prSet presAssocID="{78405B95-0C14-4495-94FD-9FE9C1966460}" presName="compNode" presStyleCnt="0"/>
      <dgm:spPr/>
    </dgm:pt>
    <dgm:pt modelId="{66B2DD83-40CE-401F-B44E-1FCB213F9C0B}" type="pres">
      <dgm:prSet presAssocID="{78405B95-0C14-4495-94FD-9FE9C1966460}" presName="bgRect" presStyleLbl="bgShp" presStyleIdx="3" presStyleCnt="4"/>
      <dgm:spPr/>
    </dgm:pt>
    <dgm:pt modelId="{2735CF4E-0828-4955-AA54-675B61CF2890}" type="pres">
      <dgm:prSet presAssocID="{78405B95-0C14-4495-94FD-9FE9C196646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337F1918-2BB7-4550-9A40-45F73B297444}" type="pres">
      <dgm:prSet presAssocID="{78405B95-0C14-4495-94FD-9FE9C1966460}" presName="spaceRect" presStyleCnt="0"/>
      <dgm:spPr/>
    </dgm:pt>
    <dgm:pt modelId="{AB4A8FB8-9413-417E-9A7F-A0646CF6F56B}" type="pres">
      <dgm:prSet presAssocID="{78405B95-0C14-4495-94FD-9FE9C196646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8F3D718-5F13-4064-9041-47BF7020F466}" srcId="{691D9A67-034C-4098-A663-4C027A5D881C}" destId="{F8707FC0-F29C-46E3-B671-0267868C122D}" srcOrd="1" destOrd="0" parTransId="{84BFA7EA-2E5C-4281-9B52-785370444279}" sibTransId="{0DD8E0A0-ADD4-4A3F-B2AC-D5E5BB1FACEA}"/>
    <dgm:cxn modelId="{9FB7B829-CB67-44FE-A1B5-C3DCE3C93246}" type="presOf" srcId="{691D9A67-034C-4098-A663-4C027A5D881C}" destId="{8173C87C-6770-4C8D-B12F-B0A610593414}" srcOrd="0" destOrd="0" presId="urn:microsoft.com/office/officeart/2018/2/layout/IconVerticalSolidList"/>
    <dgm:cxn modelId="{475BEE38-E0BC-4A30-AC19-D74CFEC836FF}" type="presOf" srcId="{608AFAFB-8132-452A-95F7-7587DE80FB0E}" destId="{07A89D56-AFBC-4AB7-B7BB-B2EC435EC51A}" srcOrd="0" destOrd="0" presId="urn:microsoft.com/office/officeart/2018/2/layout/IconVerticalSolidList"/>
    <dgm:cxn modelId="{812F7155-B150-4ACF-BE89-69DB786CC6E0}" srcId="{691D9A67-034C-4098-A663-4C027A5D881C}" destId="{D5309CEA-78B7-4C0E-9E0C-392465EA0618}" srcOrd="0" destOrd="0" parTransId="{2D71A8B6-E81B-4C98-993D-665BF90ACAEE}" sibTransId="{B576A4A9-FF5D-4B10-BCB5-3B1973A49968}"/>
    <dgm:cxn modelId="{76A97F7A-53DF-4E85-BF2E-3C6CD9880C74}" type="presOf" srcId="{F8707FC0-F29C-46E3-B671-0267868C122D}" destId="{DDDEED5D-A6E0-468C-9EE5-E7409E1FFB57}" srcOrd="0" destOrd="0" presId="urn:microsoft.com/office/officeart/2018/2/layout/IconVerticalSolidList"/>
    <dgm:cxn modelId="{06835092-4C24-4D63-8400-F16313CCFB26}" srcId="{691D9A67-034C-4098-A663-4C027A5D881C}" destId="{78405B95-0C14-4495-94FD-9FE9C1966460}" srcOrd="3" destOrd="0" parTransId="{C4A28664-70EE-4683-B5DA-D461A00AF141}" sibTransId="{5158A6EB-1D65-4298-B624-1CC30B265CED}"/>
    <dgm:cxn modelId="{38A47892-A373-4EB1-B119-CFF809E5B07A}" type="presOf" srcId="{78405B95-0C14-4495-94FD-9FE9C1966460}" destId="{AB4A8FB8-9413-417E-9A7F-A0646CF6F56B}" srcOrd="0" destOrd="0" presId="urn:microsoft.com/office/officeart/2018/2/layout/IconVerticalSolidList"/>
    <dgm:cxn modelId="{D36B04AB-C09C-4AC5-B55C-9698E014DDB3}" type="presOf" srcId="{D5309CEA-78B7-4C0E-9E0C-392465EA0618}" destId="{1FF8D769-0682-43E0-B53F-3F38C154F53F}" srcOrd="0" destOrd="0" presId="urn:microsoft.com/office/officeart/2018/2/layout/IconVerticalSolidList"/>
    <dgm:cxn modelId="{F00594D9-6CA8-4EB9-8670-FD6C6A587524}" srcId="{691D9A67-034C-4098-A663-4C027A5D881C}" destId="{608AFAFB-8132-452A-95F7-7587DE80FB0E}" srcOrd="2" destOrd="0" parTransId="{DE92463E-CE99-45B6-B5FB-5BFFC782EBD1}" sibTransId="{B9734E72-F54D-4757-9FE4-D85F9E683422}"/>
    <dgm:cxn modelId="{2D882C86-0679-4E36-B505-5F9D963A25D8}" type="presParOf" srcId="{8173C87C-6770-4C8D-B12F-B0A610593414}" destId="{A1BAD289-BD28-4EA8-8263-ECD2EF354BAE}" srcOrd="0" destOrd="0" presId="urn:microsoft.com/office/officeart/2018/2/layout/IconVerticalSolidList"/>
    <dgm:cxn modelId="{CE03399F-7E8E-4295-85AF-D18E8CAA39A4}" type="presParOf" srcId="{A1BAD289-BD28-4EA8-8263-ECD2EF354BAE}" destId="{AA041689-029E-4182-8D98-8A4B5DA00503}" srcOrd="0" destOrd="0" presId="urn:microsoft.com/office/officeart/2018/2/layout/IconVerticalSolidList"/>
    <dgm:cxn modelId="{C2108BA1-B316-486D-89B4-7C765066EFFB}" type="presParOf" srcId="{A1BAD289-BD28-4EA8-8263-ECD2EF354BAE}" destId="{6C61F5F2-3CC2-435F-AD09-C5499283341E}" srcOrd="1" destOrd="0" presId="urn:microsoft.com/office/officeart/2018/2/layout/IconVerticalSolidList"/>
    <dgm:cxn modelId="{2F40DF4B-CBE6-4ADD-963B-733C53E6A804}" type="presParOf" srcId="{A1BAD289-BD28-4EA8-8263-ECD2EF354BAE}" destId="{F5FA52DF-D07B-46FD-9146-307BF03B1667}" srcOrd="2" destOrd="0" presId="urn:microsoft.com/office/officeart/2018/2/layout/IconVerticalSolidList"/>
    <dgm:cxn modelId="{B610387F-3C63-4FC5-A030-2DBB880F0A6E}" type="presParOf" srcId="{A1BAD289-BD28-4EA8-8263-ECD2EF354BAE}" destId="{1FF8D769-0682-43E0-B53F-3F38C154F53F}" srcOrd="3" destOrd="0" presId="urn:microsoft.com/office/officeart/2018/2/layout/IconVerticalSolidList"/>
    <dgm:cxn modelId="{CED3E1C0-A920-454C-8C09-7339F52A6F8F}" type="presParOf" srcId="{8173C87C-6770-4C8D-B12F-B0A610593414}" destId="{DC9B129F-CD96-47AF-9598-2EDAEA9FD182}" srcOrd="1" destOrd="0" presId="urn:microsoft.com/office/officeart/2018/2/layout/IconVerticalSolidList"/>
    <dgm:cxn modelId="{DE63BB6F-8928-4731-B46A-66B3246E51FA}" type="presParOf" srcId="{8173C87C-6770-4C8D-B12F-B0A610593414}" destId="{C2F6FFAD-DD79-4E68-AD4F-15FC6286B7CE}" srcOrd="2" destOrd="0" presId="urn:microsoft.com/office/officeart/2018/2/layout/IconVerticalSolidList"/>
    <dgm:cxn modelId="{6CCD86B8-1410-449A-847C-B2B2CE8061BF}" type="presParOf" srcId="{C2F6FFAD-DD79-4E68-AD4F-15FC6286B7CE}" destId="{7E6876C4-04CE-4A14-AD35-8113609C3C8E}" srcOrd="0" destOrd="0" presId="urn:microsoft.com/office/officeart/2018/2/layout/IconVerticalSolidList"/>
    <dgm:cxn modelId="{2D06F259-35C8-44E8-9FB1-F728C01180DC}" type="presParOf" srcId="{C2F6FFAD-DD79-4E68-AD4F-15FC6286B7CE}" destId="{B76F4CBB-8A72-4816-AA9B-BEFFD86EA00F}" srcOrd="1" destOrd="0" presId="urn:microsoft.com/office/officeart/2018/2/layout/IconVerticalSolidList"/>
    <dgm:cxn modelId="{E7130DCD-316B-42DC-A7E3-56789D515A16}" type="presParOf" srcId="{C2F6FFAD-DD79-4E68-AD4F-15FC6286B7CE}" destId="{F91B172C-70EE-43E9-B584-3C973D071974}" srcOrd="2" destOrd="0" presId="urn:microsoft.com/office/officeart/2018/2/layout/IconVerticalSolidList"/>
    <dgm:cxn modelId="{26A0B46C-3CCE-41BE-8EA5-22C579CE92CE}" type="presParOf" srcId="{C2F6FFAD-DD79-4E68-AD4F-15FC6286B7CE}" destId="{DDDEED5D-A6E0-468C-9EE5-E7409E1FFB57}" srcOrd="3" destOrd="0" presId="urn:microsoft.com/office/officeart/2018/2/layout/IconVerticalSolidList"/>
    <dgm:cxn modelId="{4FB0D7F9-E6E2-4A00-B244-9C499BA09CC0}" type="presParOf" srcId="{8173C87C-6770-4C8D-B12F-B0A610593414}" destId="{BBC7AB30-5AB1-4EBE-8842-9DA4DC075A6F}" srcOrd="3" destOrd="0" presId="urn:microsoft.com/office/officeart/2018/2/layout/IconVerticalSolidList"/>
    <dgm:cxn modelId="{773AC3C7-E7FB-4774-810C-54CC897C28CA}" type="presParOf" srcId="{8173C87C-6770-4C8D-B12F-B0A610593414}" destId="{302444FF-3832-4771-9153-4FDC4C0828A2}" srcOrd="4" destOrd="0" presId="urn:microsoft.com/office/officeart/2018/2/layout/IconVerticalSolidList"/>
    <dgm:cxn modelId="{2408FB46-187B-4F31-8CC7-306F68AF0750}" type="presParOf" srcId="{302444FF-3832-4771-9153-4FDC4C0828A2}" destId="{0CEC9432-2455-4475-B855-82FE5ABE92D7}" srcOrd="0" destOrd="0" presId="urn:microsoft.com/office/officeart/2018/2/layout/IconVerticalSolidList"/>
    <dgm:cxn modelId="{35B6F291-F554-425B-8141-0F9CC1ADEBF7}" type="presParOf" srcId="{302444FF-3832-4771-9153-4FDC4C0828A2}" destId="{57075959-B4C5-46A7-BF51-12EF48DC7D43}" srcOrd="1" destOrd="0" presId="urn:microsoft.com/office/officeart/2018/2/layout/IconVerticalSolidList"/>
    <dgm:cxn modelId="{90B94763-EDB6-460B-881E-CF966575EBA1}" type="presParOf" srcId="{302444FF-3832-4771-9153-4FDC4C0828A2}" destId="{D61FF21D-5BEE-4BF5-A397-A88DE2134828}" srcOrd="2" destOrd="0" presId="urn:microsoft.com/office/officeart/2018/2/layout/IconVerticalSolidList"/>
    <dgm:cxn modelId="{A121A9F1-8977-4869-8503-6DC527AA2C39}" type="presParOf" srcId="{302444FF-3832-4771-9153-4FDC4C0828A2}" destId="{07A89D56-AFBC-4AB7-B7BB-B2EC435EC51A}" srcOrd="3" destOrd="0" presId="urn:microsoft.com/office/officeart/2018/2/layout/IconVerticalSolidList"/>
    <dgm:cxn modelId="{B493EDC1-B7F5-460C-B7CE-EA2B3EF4D72A}" type="presParOf" srcId="{8173C87C-6770-4C8D-B12F-B0A610593414}" destId="{E7BEFB9B-63D9-41EF-B1BB-A50CB80DC921}" srcOrd="5" destOrd="0" presId="urn:microsoft.com/office/officeart/2018/2/layout/IconVerticalSolidList"/>
    <dgm:cxn modelId="{A1C096DB-11E1-4939-91D4-31D2F5B7C5C4}" type="presParOf" srcId="{8173C87C-6770-4C8D-B12F-B0A610593414}" destId="{6E0692EE-1ECB-403F-AC39-93BF9AFC013B}" srcOrd="6" destOrd="0" presId="urn:microsoft.com/office/officeart/2018/2/layout/IconVerticalSolidList"/>
    <dgm:cxn modelId="{6AD344D4-F484-4F01-B45D-C3CD93FB53C3}" type="presParOf" srcId="{6E0692EE-1ECB-403F-AC39-93BF9AFC013B}" destId="{66B2DD83-40CE-401F-B44E-1FCB213F9C0B}" srcOrd="0" destOrd="0" presId="urn:microsoft.com/office/officeart/2018/2/layout/IconVerticalSolidList"/>
    <dgm:cxn modelId="{FED972D5-A33F-467F-A878-D75FDE9AB997}" type="presParOf" srcId="{6E0692EE-1ECB-403F-AC39-93BF9AFC013B}" destId="{2735CF4E-0828-4955-AA54-675B61CF2890}" srcOrd="1" destOrd="0" presId="urn:microsoft.com/office/officeart/2018/2/layout/IconVerticalSolidList"/>
    <dgm:cxn modelId="{2A9E4FF3-9283-4D63-800F-9B8E110CA859}" type="presParOf" srcId="{6E0692EE-1ECB-403F-AC39-93BF9AFC013B}" destId="{337F1918-2BB7-4550-9A40-45F73B297444}" srcOrd="2" destOrd="0" presId="urn:microsoft.com/office/officeart/2018/2/layout/IconVerticalSolidList"/>
    <dgm:cxn modelId="{C16EB73D-4C38-4008-8510-0D3ED1DD5E43}" type="presParOf" srcId="{6E0692EE-1ECB-403F-AC39-93BF9AFC013B}" destId="{AB4A8FB8-9413-417E-9A7F-A0646CF6F56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EC82F61-F8F8-49F3-8898-183FE205851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5779D25-AAFF-4331-A11B-E9D13498BF01}">
      <dgm:prSet/>
      <dgm:spPr/>
      <dgm:t>
        <a:bodyPr/>
        <a:lstStyle/>
        <a:p>
          <a:r>
            <a:rPr lang="en-US"/>
            <a:t>The solution demonstrates effective AI-driven credit risk prediction.</a:t>
          </a:r>
        </a:p>
      </dgm:t>
    </dgm:pt>
    <dgm:pt modelId="{C4A2095C-47E0-4D35-BF23-AC2DF72FDC55}" type="parTrans" cxnId="{D115F1FA-B2FF-4DCE-A5C9-FB4C752EA669}">
      <dgm:prSet/>
      <dgm:spPr/>
      <dgm:t>
        <a:bodyPr/>
        <a:lstStyle/>
        <a:p>
          <a:endParaRPr lang="en-US"/>
        </a:p>
      </dgm:t>
    </dgm:pt>
    <dgm:pt modelId="{11214F08-6D7E-4998-A22D-E95FBB68AB67}" type="sibTrans" cxnId="{D115F1FA-B2FF-4DCE-A5C9-FB4C752EA669}">
      <dgm:prSet/>
      <dgm:spPr/>
      <dgm:t>
        <a:bodyPr/>
        <a:lstStyle/>
        <a:p>
          <a:endParaRPr lang="en-US"/>
        </a:p>
      </dgm:t>
    </dgm:pt>
    <dgm:pt modelId="{A1C87007-25B3-4AA7-9194-2A280B719675}">
      <dgm:prSet/>
      <dgm:spPr/>
      <dgm:t>
        <a:bodyPr/>
        <a:lstStyle/>
        <a:p>
          <a:r>
            <a:rPr lang="en-US"/>
            <a:t>Next Steps:</a:t>
          </a:r>
        </a:p>
      </dgm:t>
    </dgm:pt>
    <dgm:pt modelId="{7D34BCB7-3863-4303-A4A4-57C1D2CA5008}" type="parTrans" cxnId="{D93F28E2-2F53-4309-BE2F-5918066F5EDF}">
      <dgm:prSet/>
      <dgm:spPr/>
      <dgm:t>
        <a:bodyPr/>
        <a:lstStyle/>
        <a:p>
          <a:endParaRPr lang="en-US"/>
        </a:p>
      </dgm:t>
    </dgm:pt>
    <dgm:pt modelId="{177589C5-83FF-44AB-8E61-2FECEC0F6DD3}" type="sibTrans" cxnId="{D93F28E2-2F53-4309-BE2F-5918066F5EDF}">
      <dgm:prSet/>
      <dgm:spPr/>
      <dgm:t>
        <a:bodyPr/>
        <a:lstStyle/>
        <a:p>
          <a:endParaRPr lang="en-US"/>
        </a:p>
      </dgm:t>
    </dgm:pt>
    <dgm:pt modelId="{23175547-4143-4082-96D9-9429BCFF937E}">
      <dgm:prSet/>
      <dgm:spPr/>
      <dgm:t>
        <a:bodyPr/>
        <a:lstStyle/>
        <a:p>
          <a:r>
            <a:rPr lang="en-US"/>
            <a:t>• Real-time API integration</a:t>
          </a:r>
        </a:p>
      </dgm:t>
    </dgm:pt>
    <dgm:pt modelId="{8373F1DE-2C08-472E-B78C-C623D3146993}" type="parTrans" cxnId="{69D910D2-B402-47C9-ACF3-C80727ACBAF1}">
      <dgm:prSet/>
      <dgm:spPr/>
      <dgm:t>
        <a:bodyPr/>
        <a:lstStyle/>
        <a:p>
          <a:endParaRPr lang="en-US"/>
        </a:p>
      </dgm:t>
    </dgm:pt>
    <dgm:pt modelId="{E6D4031D-5BC9-4F94-91C9-96A7F12C2764}" type="sibTrans" cxnId="{69D910D2-B402-47C9-ACF3-C80727ACBAF1}">
      <dgm:prSet/>
      <dgm:spPr/>
      <dgm:t>
        <a:bodyPr/>
        <a:lstStyle/>
        <a:p>
          <a:endParaRPr lang="en-US"/>
        </a:p>
      </dgm:t>
    </dgm:pt>
    <dgm:pt modelId="{4C3C9AE5-31D3-4D89-96AE-F5133FD968CA}">
      <dgm:prSet/>
      <dgm:spPr/>
      <dgm:t>
        <a:bodyPr/>
        <a:lstStyle/>
        <a:p>
          <a:r>
            <a:rPr lang="en-US"/>
            <a:t>• Model retraining with live data</a:t>
          </a:r>
        </a:p>
      </dgm:t>
    </dgm:pt>
    <dgm:pt modelId="{370B014B-60BC-475F-9B06-99E586679CE9}" type="parTrans" cxnId="{52349B0B-F678-423C-B52F-9041DD044879}">
      <dgm:prSet/>
      <dgm:spPr/>
      <dgm:t>
        <a:bodyPr/>
        <a:lstStyle/>
        <a:p>
          <a:endParaRPr lang="en-US"/>
        </a:p>
      </dgm:t>
    </dgm:pt>
    <dgm:pt modelId="{186C1BB3-A0C0-4ECD-8EF3-20827D691A2C}" type="sibTrans" cxnId="{52349B0B-F678-423C-B52F-9041DD044879}">
      <dgm:prSet/>
      <dgm:spPr/>
      <dgm:t>
        <a:bodyPr/>
        <a:lstStyle/>
        <a:p>
          <a:endParaRPr lang="en-US"/>
        </a:p>
      </dgm:t>
    </dgm:pt>
    <dgm:pt modelId="{B01B5D58-E15B-4DB9-929A-9673A683CC75}">
      <dgm:prSet/>
      <dgm:spPr/>
      <dgm:t>
        <a:bodyPr/>
        <a:lstStyle/>
        <a:p>
          <a:r>
            <a:rPr lang="en-US"/>
            <a:t>• Enterprise banking system integration</a:t>
          </a:r>
        </a:p>
      </dgm:t>
    </dgm:pt>
    <dgm:pt modelId="{443889A7-C5F1-486E-BB5D-161D8F3172AA}" type="parTrans" cxnId="{7286D193-1086-42BD-BBF3-9501DB5E84C6}">
      <dgm:prSet/>
      <dgm:spPr/>
      <dgm:t>
        <a:bodyPr/>
        <a:lstStyle/>
        <a:p>
          <a:endParaRPr lang="en-US"/>
        </a:p>
      </dgm:t>
    </dgm:pt>
    <dgm:pt modelId="{485BAFB8-4AAB-4FB6-9C57-CCCCCDAC9D5A}" type="sibTrans" cxnId="{7286D193-1086-42BD-BBF3-9501DB5E84C6}">
      <dgm:prSet/>
      <dgm:spPr/>
      <dgm:t>
        <a:bodyPr/>
        <a:lstStyle/>
        <a:p>
          <a:endParaRPr lang="en-US"/>
        </a:p>
      </dgm:t>
    </dgm:pt>
    <dgm:pt modelId="{A5148A17-8F81-4D1D-92ED-3E7DEE6B4DFF}" type="pres">
      <dgm:prSet presAssocID="{CEC82F61-F8F8-49F3-8898-183FE205851F}" presName="root" presStyleCnt="0">
        <dgm:presLayoutVars>
          <dgm:dir/>
          <dgm:resizeHandles val="exact"/>
        </dgm:presLayoutVars>
      </dgm:prSet>
      <dgm:spPr/>
    </dgm:pt>
    <dgm:pt modelId="{FFF8F0CF-33DA-451B-9DBD-F24DF21B3540}" type="pres">
      <dgm:prSet presAssocID="{25779D25-AAFF-4331-A11B-E9D13498BF01}" presName="compNode" presStyleCnt="0"/>
      <dgm:spPr/>
    </dgm:pt>
    <dgm:pt modelId="{7375EA33-C45C-4968-9382-FF915C25437A}" type="pres">
      <dgm:prSet presAssocID="{25779D25-AAFF-4331-A11B-E9D13498BF01}" presName="bgRect" presStyleLbl="bgShp" presStyleIdx="0" presStyleCnt="5"/>
      <dgm:spPr/>
    </dgm:pt>
    <dgm:pt modelId="{46B13E7A-5CD3-4E9C-9C3F-C8BDEA55BF5E}" type="pres">
      <dgm:prSet presAssocID="{25779D25-AAFF-4331-A11B-E9D13498BF0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8D1A3A0F-35AE-427D-A933-AEAF046F9410}" type="pres">
      <dgm:prSet presAssocID="{25779D25-AAFF-4331-A11B-E9D13498BF01}" presName="spaceRect" presStyleCnt="0"/>
      <dgm:spPr/>
    </dgm:pt>
    <dgm:pt modelId="{303EEF37-B50A-4765-A069-AA56F52BB735}" type="pres">
      <dgm:prSet presAssocID="{25779D25-AAFF-4331-A11B-E9D13498BF01}" presName="parTx" presStyleLbl="revTx" presStyleIdx="0" presStyleCnt="5">
        <dgm:presLayoutVars>
          <dgm:chMax val="0"/>
          <dgm:chPref val="0"/>
        </dgm:presLayoutVars>
      </dgm:prSet>
      <dgm:spPr/>
    </dgm:pt>
    <dgm:pt modelId="{9D8DCEB3-F9F8-48C5-9EAC-83B8A32E63AC}" type="pres">
      <dgm:prSet presAssocID="{11214F08-6D7E-4998-A22D-E95FBB68AB67}" presName="sibTrans" presStyleCnt="0"/>
      <dgm:spPr/>
    </dgm:pt>
    <dgm:pt modelId="{26CDDA36-540A-40CC-9A23-E307F6957622}" type="pres">
      <dgm:prSet presAssocID="{A1C87007-25B3-4AA7-9194-2A280B719675}" presName="compNode" presStyleCnt="0"/>
      <dgm:spPr/>
    </dgm:pt>
    <dgm:pt modelId="{37F67DB4-C66D-418E-A90A-F09217236A87}" type="pres">
      <dgm:prSet presAssocID="{A1C87007-25B3-4AA7-9194-2A280B719675}" presName="bgRect" presStyleLbl="bgShp" presStyleIdx="1" presStyleCnt="5"/>
      <dgm:spPr/>
    </dgm:pt>
    <dgm:pt modelId="{2A580EEE-FC1D-4AFB-A217-6EB903D020DA}" type="pres">
      <dgm:prSet presAssocID="{A1C87007-25B3-4AA7-9194-2A280B71967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otprints"/>
        </a:ext>
      </dgm:extLst>
    </dgm:pt>
    <dgm:pt modelId="{3C64DA48-B36F-47BB-AADA-A4275E701915}" type="pres">
      <dgm:prSet presAssocID="{A1C87007-25B3-4AA7-9194-2A280B719675}" presName="spaceRect" presStyleCnt="0"/>
      <dgm:spPr/>
    </dgm:pt>
    <dgm:pt modelId="{9D530CE6-1DBD-4F8A-BA52-DB2D3A66C86E}" type="pres">
      <dgm:prSet presAssocID="{A1C87007-25B3-4AA7-9194-2A280B719675}" presName="parTx" presStyleLbl="revTx" presStyleIdx="1" presStyleCnt="5">
        <dgm:presLayoutVars>
          <dgm:chMax val="0"/>
          <dgm:chPref val="0"/>
        </dgm:presLayoutVars>
      </dgm:prSet>
      <dgm:spPr/>
    </dgm:pt>
    <dgm:pt modelId="{C2424C35-3F88-47AD-9FD0-658CA3143436}" type="pres">
      <dgm:prSet presAssocID="{177589C5-83FF-44AB-8E61-2FECEC0F6DD3}" presName="sibTrans" presStyleCnt="0"/>
      <dgm:spPr/>
    </dgm:pt>
    <dgm:pt modelId="{379F8C71-D996-41D3-A26A-458E7E173F8F}" type="pres">
      <dgm:prSet presAssocID="{23175547-4143-4082-96D9-9429BCFF937E}" presName="compNode" presStyleCnt="0"/>
      <dgm:spPr/>
    </dgm:pt>
    <dgm:pt modelId="{80A81885-D7DC-428B-99FE-C68EA6270800}" type="pres">
      <dgm:prSet presAssocID="{23175547-4143-4082-96D9-9429BCFF937E}" presName="bgRect" presStyleLbl="bgShp" presStyleIdx="2" presStyleCnt="5"/>
      <dgm:spPr/>
    </dgm:pt>
    <dgm:pt modelId="{818D6639-EDE3-4743-8696-F9F656E22DA9}" type="pres">
      <dgm:prSet presAssocID="{23175547-4143-4082-96D9-9429BCFF937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E9E844E-BEBA-4048-A935-B663B8172E56}" type="pres">
      <dgm:prSet presAssocID="{23175547-4143-4082-96D9-9429BCFF937E}" presName="spaceRect" presStyleCnt="0"/>
      <dgm:spPr/>
    </dgm:pt>
    <dgm:pt modelId="{A41907F3-2440-4FB6-86E8-D23F2D4E5B3A}" type="pres">
      <dgm:prSet presAssocID="{23175547-4143-4082-96D9-9429BCFF937E}" presName="parTx" presStyleLbl="revTx" presStyleIdx="2" presStyleCnt="5">
        <dgm:presLayoutVars>
          <dgm:chMax val="0"/>
          <dgm:chPref val="0"/>
        </dgm:presLayoutVars>
      </dgm:prSet>
      <dgm:spPr/>
    </dgm:pt>
    <dgm:pt modelId="{AF1D9CF5-7DC6-4205-9B63-EBDD3CFA83F9}" type="pres">
      <dgm:prSet presAssocID="{E6D4031D-5BC9-4F94-91C9-96A7F12C2764}" presName="sibTrans" presStyleCnt="0"/>
      <dgm:spPr/>
    </dgm:pt>
    <dgm:pt modelId="{F145631B-37FD-4CAB-A76E-E2466B693140}" type="pres">
      <dgm:prSet presAssocID="{4C3C9AE5-31D3-4D89-96AE-F5133FD968CA}" presName="compNode" presStyleCnt="0"/>
      <dgm:spPr/>
    </dgm:pt>
    <dgm:pt modelId="{85A6F13C-3E52-4176-868D-02B1D832287F}" type="pres">
      <dgm:prSet presAssocID="{4C3C9AE5-31D3-4D89-96AE-F5133FD968CA}" presName="bgRect" presStyleLbl="bgShp" presStyleIdx="3" presStyleCnt="5"/>
      <dgm:spPr/>
    </dgm:pt>
    <dgm:pt modelId="{2DBE9230-8BC6-4D41-8CE1-872B99B2228B}" type="pres">
      <dgm:prSet presAssocID="{4C3C9AE5-31D3-4D89-96AE-F5133FD968C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2028CF94-E433-472B-965F-6B7F62B41735}" type="pres">
      <dgm:prSet presAssocID="{4C3C9AE5-31D3-4D89-96AE-F5133FD968CA}" presName="spaceRect" presStyleCnt="0"/>
      <dgm:spPr/>
    </dgm:pt>
    <dgm:pt modelId="{BCD0AB83-6FCF-43AD-82D8-66A721833376}" type="pres">
      <dgm:prSet presAssocID="{4C3C9AE5-31D3-4D89-96AE-F5133FD968CA}" presName="parTx" presStyleLbl="revTx" presStyleIdx="3" presStyleCnt="5">
        <dgm:presLayoutVars>
          <dgm:chMax val="0"/>
          <dgm:chPref val="0"/>
        </dgm:presLayoutVars>
      </dgm:prSet>
      <dgm:spPr/>
    </dgm:pt>
    <dgm:pt modelId="{591BAB2F-5477-4894-81BB-46756D697989}" type="pres">
      <dgm:prSet presAssocID="{186C1BB3-A0C0-4ECD-8EF3-20827D691A2C}" presName="sibTrans" presStyleCnt="0"/>
      <dgm:spPr/>
    </dgm:pt>
    <dgm:pt modelId="{BDD22F5E-1A8C-4089-96A9-91EECCD7C629}" type="pres">
      <dgm:prSet presAssocID="{B01B5D58-E15B-4DB9-929A-9673A683CC75}" presName="compNode" presStyleCnt="0"/>
      <dgm:spPr/>
    </dgm:pt>
    <dgm:pt modelId="{66BD61B0-5FFA-4747-B68C-490D68D1E666}" type="pres">
      <dgm:prSet presAssocID="{B01B5D58-E15B-4DB9-929A-9673A683CC75}" presName="bgRect" presStyleLbl="bgShp" presStyleIdx="4" presStyleCnt="5"/>
      <dgm:spPr/>
    </dgm:pt>
    <dgm:pt modelId="{16968D6F-9B75-4FC5-A00C-E640EAACFE15}" type="pres">
      <dgm:prSet presAssocID="{B01B5D58-E15B-4DB9-929A-9673A683CC7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5C264FDA-DC57-4DBB-B020-3D7372FF927C}" type="pres">
      <dgm:prSet presAssocID="{B01B5D58-E15B-4DB9-929A-9673A683CC75}" presName="spaceRect" presStyleCnt="0"/>
      <dgm:spPr/>
    </dgm:pt>
    <dgm:pt modelId="{D50EE76D-4A93-45DB-BCB4-CB9B11457557}" type="pres">
      <dgm:prSet presAssocID="{B01B5D58-E15B-4DB9-929A-9673A683CC75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F55ED705-CCF2-47B2-8741-63F6790CE11F}" type="presOf" srcId="{A1C87007-25B3-4AA7-9194-2A280B719675}" destId="{9D530CE6-1DBD-4F8A-BA52-DB2D3A66C86E}" srcOrd="0" destOrd="0" presId="urn:microsoft.com/office/officeart/2018/2/layout/IconVerticalSolidList"/>
    <dgm:cxn modelId="{52349B0B-F678-423C-B52F-9041DD044879}" srcId="{CEC82F61-F8F8-49F3-8898-183FE205851F}" destId="{4C3C9AE5-31D3-4D89-96AE-F5133FD968CA}" srcOrd="3" destOrd="0" parTransId="{370B014B-60BC-475F-9B06-99E586679CE9}" sibTransId="{186C1BB3-A0C0-4ECD-8EF3-20827D691A2C}"/>
    <dgm:cxn modelId="{9C3AF785-AF1F-4BCD-BB0F-E92B0D00EE29}" type="presOf" srcId="{4C3C9AE5-31D3-4D89-96AE-F5133FD968CA}" destId="{BCD0AB83-6FCF-43AD-82D8-66A721833376}" srcOrd="0" destOrd="0" presId="urn:microsoft.com/office/officeart/2018/2/layout/IconVerticalSolidList"/>
    <dgm:cxn modelId="{7286D193-1086-42BD-BBF3-9501DB5E84C6}" srcId="{CEC82F61-F8F8-49F3-8898-183FE205851F}" destId="{B01B5D58-E15B-4DB9-929A-9673A683CC75}" srcOrd="4" destOrd="0" parTransId="{443889A7-C5F1-486E-BB5D-161D8F3172AA}" sibTransId="{485BAFB8-4AAB-4FB6-9C57-CCCCCDAC9D5A}"/>
    <dgm:cxn modelId="{3538AF99-BBF3-4AB1-AE9D-8FFB7B257D3E}" type="presOf" srcId="{23175547-4143-4082-96D9-9429BCFF937E}" destId="{A41907F3-2440-4FB6-86E8-D23F2D4E5B3A}" srcOrd="0" destOrd="0" presId="urn:microsoft.com/office/officeart/2018/2/layout/IconVerticalSolidList"/>
    <dgm:cxn modelId="{EC368CAF-B885-403E-BA3D-3F11DF0D4825}" type="presOf" srcId="{B01B5D58-E15B-4DB9-929A-9673A683CC75}" destId="{D50EE76D-4A93-45DB-BCB4-CB9B11457557}" srcOrd="0" destOrd="0" presId="urn:microsoft.com/office/officeart/2018/2/layout/IconVerticalSolidList"/>
    <dgm:cxn modelId="{69D910D2-B402-47C9-ACF3-C80727ACBAF1}" srcId="{CEC82F61-F8F8-49F3-8898-183FE205851F}" destId="{23175547-4143-4082-96D9-9429BCFF937E}" srcOrd="2" destOrd="0" parTransId="{8373F1DE-2C08-472E-B78C-C623D3146993}" sibTransId="{E6D4031D-5BC9-4F94-91C9-96A7F12C2764}"/>
    <dgm:cxn modelId="{D93F28E2-2F53-4309-BE2F-5918066F5EDF}" srcId="{CEC82F61-F8F8-49F3-8898-183FE205851F}" destId="{A1C87007-25B3-4AA7-9194-2A280B719675}" srcOrd="1" destOrd="0" parTransId="{7D34BCB7-3863-4303-A4A4-57C1D2CA5008}" sibTransId="{177589C5-83FF-44AB-8E61-2FECEC0F6DD3}"/>
    <dgm:cxn modelId="{5303EAE6-3218-44CF-A407-26AF377E6A0E}" type="presOf" srcId="{CEC82F61-F8F8-49F3-8898-183FE205851F}" destId="{A5148A17-8F81-4D1D-92ED-3E7DEE6B4DFF}" srcOrd="0" destOrd="0" presId="urn:microsoft.com/office/officeart/2018/2/layout/IconVerticalSolidList"/>
    <dgm:cxn modelId="{A881CEEE-E1D6-42B9-AD93-6E32D821D1B5}" type="presOf" srcId="{25779D25-AAFF-4331-A11B-E9D13498BF01}" destId="{303EEF37-B50A-4765-A069-AA56F52BB735}" srcOrd="0" destOrd="0" presId="urn:microsoft.com/office/officeart/2018/2/layout/IconVerticalSolidList"/>
    <dgm:cxn modelId="{D115F1FA-B2FF-4DCE-A5C9-FB4C752EA669}" srcId="{CEC82F61-F8F8-49F3-8898-183FE205851F}" destId="{25779D25-AAFF-4331-A11B-E9D13498BF01}" srcOrd="0" destOrd="0" parTransId="{C4A2095C-47E0-4D35-BF23-AC2DF72FDC55}" sibTransId="{11214F08-6D7E-4998-A22D-E95FBB68AB67}"/>
    <dgm:cxn modelId="{EFAC7613-BF1F-43F2-BE38-83E8667270EE}" type="presParOf" srcId="{A5148A17-8F81-4D1D-92ED-3E7DEE6B4DFF}" destId="{FFF8F0CF-33DA-451B-9DBD-F24DF21B3540}" srcOrd="0" destOrd="0" presId="urn:microsoft.com/office/officeart/2018/2/layout/IconVerticalSolidList"/>
    <dgm:cxn modelId="{72EF1963-A6C9-4949-BAF4-C43903E7422A}" type="presParOf" srcId="{FFF8F0CF-33DA-451B-9DBD-F24DF21B3540}" destId="{7375EA33-C45C-4968-9382-FF915C25437A}" srcOrd="0" destOrd="0" presId="urn:microsoft.com/office/officeart/2018/2/layout/IconVerticalSolidList"/>
    <dgm:cxn modelId="{9FBA0340-D638-4233-B956-F59DAC3769A5}" type="presParOf" srcId="{FFF8F0CF-33DA-451B-9DBD-F24DF21B3540}" destId="{46B13E7A-5CD3-4E9C-9C3F-C8BDEA55BF5E}" srcOrd="1" destOrd="0" presId="urn:microsoft.com/office/officeart/2018/2/layout/IconVerticalSolidList"/>
    <dgm:cxn modelId="{F16B775C-36D2-4B9D-935C-555728861A7D}" type="presParOf" srcId="{FFF8F0CF-33DA-451B-9DBD-F24DF21B3540}" destId="{8D1A3A0F-35AE-427D-A933-AEAF046F9410}" srcOrd="2" destOrd="0" presId="urn:microsoft.com/office/officeart/2018/2/layout/IconVerticalSolidList"/>
    <dgm:cxn modelId="{D5C7CEA7-02C5-48C9-BE80-750E0EF7E0B8}" type="presParOf" srcId="{FFF8F0CF-33DA-451B-9DBD-F24DF21B3540}" destId="{303EEF37-B50A-4765-A069-AA56F52BB735}" srcOrd="3" destOrd="0" presId="urn:microsoft.com/office/officeart/2018/2/layout/IconVerticalSolidList"/>
    <dgm:cxn modelId="{527DFC2E-62E8-4095-9AF9-049FFD4D9A87}" type="presParOf" srcId="{A5148A17-8F81-4D1D-92ED-3E7DEE6B4DFF}" destId="{9D8DCEB3-F9F8-48C5-9EAC-83B8A32E63AC}" srcOrd="1" destOrd="0" presId="urn:microsoft.com/office/officeart/2018/2/layout/IconVerticalSolidList"/>
    <dgm:cxn modelId="{C396B78B-E528-4FD4-ADE3-1FF750FE61E2}" type="presParOf" srcId="{A5148A17-8F81-4D1D-92ED-3E7DEE6B4DFF}" destId="{26CDDA36-540A-40CC-9A23-E307F6957622}" srcOrd="2" destOrd="0" presId="urn:microsoft.com/office/officeart/2018/2/layout/IconVerticalSolidList"/>
    <dgm:cxn modelId="{EAA97421-4690-4E54-AF52-0B3966133027}" type="presParOf" srcId="{26CDDA36-540A-40CC-9A23-E307F6957622}" destId="{37F67DB4-C66D-418E-A90A-F09217236A87}" srcOrd="0" destOrd="0" presId="urn:microsoft.com/office/officeart/2018/2/layout/IconVerticalSolidList"/>
    <dgm:cxn modelId="{7BD147D1-B7B3-480A-A357-64C8E45B4967}" type="presParOf" srcId="{26CDDA36-540A-40CC-9A23-E307F6957622}" destId="{2A580EEE-FC1D-4AFB-A217-6EB903D020DA}" srcOrd="1" destOrd="0" presId="urn:microsoft.com/office/officeart/2018/2/layout/IconVerticalSolidList"/>
    <dgm:cxn modelId="{1261AD11-8AC5-4F25-A416-CFA59F60532C}" type="presParOf" srcId="{26CDDA36-540A-40CC-9A23-E307F6957622}" destId="{3C64DA48-B36F-47BB-AADA-A4275E701915}" srcOrd="2" destOrd="0" presId="urn:microsoft.com/office/officeart/2018/2/layout/IconVerticalSolidList"/>
    <dgm:cxn modelId="{2207DF61-01BB-4E1F-80BA-F7B2841A7848}" type="presParOf" srcId="{26CDDA36-540A-40CC-9A23-E307F6957622}" destId="{9D530CE6-1DBD-4F8A-BA52-DB2D3A66C86E}" srcOrd="3" destOrd="0" presId="urn:microsoft.com/office/officeart/2018/2/layout/IconVerticalSolidList"/>
    <dgm:cxn modelId="{4D6C6A3C-3DEE-44EF-AF0A-F428997AAF03}" type="presParOf" srcId="{A5148A17-8F81-4D1D-92ED-3E7DEE6B4DFF}" destId="{C2424C35-3F88-47AD-9FD0-658CA3143436}" srcOrd="3" destOrd="0" presId="urn:microsoft.com/office/officeart/2018/2/layout/IconVerticalSolidList"/>
    <dgm:cxn modelId="{F7B3D4C0-9558-4BBB-BF78-8338D9A5251B}" type="presParOf" srcId="{A5148A17-8F81-4D1D-92ED-3E7DEE6B4DFF}" destId="{379F8C71-D996-41D3-A26A-458E7E173F8F}" srcOrd="4" destOrd="0" presId="urn:microsoft.com/office/officeart/2018/2/layout/IconVerticalSolidList"/>
    <dgm:cxn modelId="{A14DACA6-FEA3-431D-B73C-8EE66775E9EE}" type="presParOf" srcId="{379F8C71-D996-41D3-A26A-458E7E173F8F}" destId="{80A81885-D7DC-428B-99FE-C68EA6270800}" srcOrd="0" destOrd="0" presId="urn:microsoft.com/office/officeart/2018/2/layout/IconVerticalSolidList"/>
    <dgm:cxn modelId="{6BC95C7A-D5E4-4893-AEAE-13D2710C7559}" type="presParOf" srcId="{379F8C71-D996-41D3-A26A-458E7E173F8F}" destId="{818D6639-EDE3-4743-8696-F9F656E22DA9}" srcOrd="1" destOrd="0" presId="urn:microsoft.com/office/officeart/2018/2/layout/IconVerticalSolidList"/>
    <dgm:cxn modelId="{51A3580B-415A-44C0-AE31-5176511A1A6D}" type="presParOf" srcId="{379F8C71-D996-41D3-A26A-458E7E173F8F}" destId="{EE9E844E-BEBA-4048-A935-B663B8172E56}" srcOrd="2" destOrd="0" presId="urn:microsoft.com/office/officeart/2018/2/layout/IconVerticalSolidList"/>
    <dgm:cxn modelId="{A7A8D020-8674-4058-8D1B-2CB2EBCAA393}" type="presParOf" srcId="{379F8C71-D996-41D3-A26A-458E7E173F8F}" destId="{A41907F3-2440-4FB6-86E8-D23F2D4E5B3A}" srcOrd="3" destOrd="0" presId="urn:microsoft.com/office/officeart/2018/2/layout/IconVerticalSolidList"/>
    <dgm:cxn modelId="{15C71169-1D58-4E4B-90D2-10DF03BC1D4B}" type="presParOf" srcId="{A5148A17-8F81-4D1D-92ED-3E7DEE6B4DFF}" destId="{AF1D9CF5-7DC6-4205-9B63-EBDD3CFA83F9}" srcOrd="5" destOrd="0" presId="urn:microsoft.com/office/officeart/2018/2/layout/IconVerticalSolidList"/>
    <dgm:cxn modelId="{C5C29B6F-421E-43C9-A8A7-E36316A8B2E5}" type="presParOf" srcId="{A5148A17-8F81-4D1D-92ED-3E7DEE6B4DFF}" destId="{F145631B-37FD-4CAB-A76E-E2466B693140}" srcOrd="6" destOrd="0" presId="urn:microsoft.com/office/officeart/2018/2/layout/IconVerticalSolidList"/>
    <dgm:cxn modelId="{258E84AD-9AD6-4E64-B9F0-017A34A93D91}" type="presParOf" srcId="{F145631B-37FD-4CAB-A76E-E2466B693140}" destId="{85A6F13C-3E52-4176-868D-02B1D832287F}" srcOrd="0" destOrd="0" presId="urn:microsoft.com/office/officeart/2018/2/layout/IconVerticalSolidList"/>
    <dgm:cxn modelId="{4C927DC6-A0DE-446B-B714-088BA235AD59}" type="presParOf" srcId="{F145631B-37FD-4CAB-A76E-E2466B693140}" destId="{2DBE9230-8BC6-4D41-8CE1-872B99B2228B}" srcOrd="1" destOrd="0" presId="urn:microsoft.com/office/officeart/2018/2/layout/IconVerticalSolidList"/>
    <dgm:cxn modelId="{416E7AE5-5CC7-47C0-AA3D-9A4FF25D7597}" type="presParOf" srcId="{F145631B-37FD-4CAB-A76E-E2466B693140}" destId="{2028CF94-E433-472B-965F-6B7F62B41735}" srcOrd="2" destOrd="0" presId="urn:microsoft.com/office/officeart/2018/2/layout/IconVerticalSolidList"/>
    <dgm:cxn modelId="{19B9B483-2109-4302-9183-D1AF402AB918}" type="presParOf" srcId="{F145631B-37FD-4CAB-A76E-E2466B693140}" destId="{BCD0AB83-6FCF-43AD-82D8-66A721833376}" srcOrd="3" destOrd="0" presId="urn:microsoft.com/office/officeart/2018/2/layout/IconVerticalSolidList"/>
    <dgm:cxn modelId="{D13D9D4A-A00A-4B9C-9964-6EA12BEC8EE3}" type="presParOf" srcId="{A5148A17-8F81-4D1D-92ED-3E7DEE6B4DFF}" destId="{591BAB2F-5477-4894-81BB-46756D697989}" srcOrd="7" destOrd="0" presId="urn:microsoft.com/office/officeart/2018/2/layout/IconVerticalSolidList"/>
    <dgm:cxn modelId="{4342E96B-2071-4AD6-A3B5-81B29A730A02}" type="presParOf" srcId="{A5148A17-8F81-4D1D-92ED-3E7DEE6B4DFF}" destId="{BDD22F5E-1A8C-4089-96A9-91EECCD7C629}" srcOrd="8" destOrd="0" presId="urn:microsoft.com/office/officeart/2018/2/layout/IconVerticalSolidList"/>
    <dgm:cxn modelId="{29A0ACA6-D2B3-4C79-86F1-0E32FE3C70D7}" type="presParOf" srcId="{BDD22F5E-1A8C-4089-96A9-91EECCD7C629}" destId="{66BD61B0-5FFA-4747-B68C-490D68D1E666}" srcOrd="0" destOrd="0" presId="urn:microsoft.com/office/officeart/2018/2/layout/IconVerticalSolidList"/>
    <dgm:cxn modelId="{C3951141-89A7-48A0-A490-839BB6C59567}" type="presParOf" srcId="{BDD22F5E-1A8C-4089-96A9-91EECCD7C629}" destId="{16968D6F-9B75-4FC5-A00C-E640EAACFE15}" srcOrd="1" destOrd="0" presId="urn:microsoft.com/office/officeart/2018/2/layout/IconVerticalSolidList"/>
    <dgm:cxn modelId="{3E376B36-5E2C-449A-9AAC-3FE9823CAC26}" type="presParOf" srcId="{BDD22F5E-1A8C-4089-96A9-91EECCD7C629}" destId="{5C264FDA-DC57-4DBB-B020-3D7372FF927C}" srcOrd="2" destOrd="0" presId="urn:microsoft.com/office/officeart/2018/2/layout/IconVerticalSolidList"/>
    <dgm:cxn modelId="{B4860C71-2131-4A83-83E8-B5AD562CB3C5}" type="presParOf" srcId="{BDD22F5E-1A8C-4089-96A9-91EECCD7C629}" destId="{D50EE76D-4A93-45DB-BCB4-CB9B1145755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F45044-662C-45B8-A1B4-9F06643169FB}">
      <dsp:nvSpPr>
        <dsp:cNvPr id="0" name=""/>
        <dsp:cNvSpPr/>
      </dsp:nvSpPr>
      <dsp:spPr>
        <a:xfrm>
          <a:off x="0" y="1901"/>
          <a:ext cx="47262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A88E76-8C52-478A-B0EC-3E08C36EE8AD}">
      <dsp:nvSpPr>
        <dsp:cNvPr id="0" name=""/>
        <dsp:cNvSpPr/>
      </dsp:nvSpPr>
      <dsp:spPr>
        <a:xfrm>
          <a:off x="245129" y="184229"/>
          <a:ext cx="445690" cy="4456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9263AC-7CBE-453E-8115-569EC666353F}">
      <dsp:nvSpPr>
        <dsp:cNvPr id="0" name=""/>
        <dsp:cNvSpPr/>
      </dsp:nvSpPr>
      <dsp:spPr>
        <a:xfrm>
          <a:off x="935949" y="1901"/>
          <a:ext cx="37902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Business Problem</a:t>
          </a:r>
        </a:p>
      </dsp:txBody>
      <dsp:txXfrm>
        <a:off x="935949" y="1901"/>
        <a:ext cx="3790251" cy="810345"/>
      </dsp:txXfrm>
    </dsp:sp>
    <dsp:sp modelId="{0F61AF3A-662F-457C-AA83-329820DF9683}">
      <dsp:nvSpPr>
        <dsp:cNvPr id="0" name=""/>
        <dsp:cNvSpPr/>
      </dsp:nvSpPr>
      <dsp:spPr>
        <a:xfrm>
          <a:off x="0" y="1014833"/>
          <a:ext cx="47262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ED723E-C6DF-4793-8452-5DD5D9359C6D}">
      <dsp:nvSpPr>
        <dsp:cNvPr id="0" name=""/>
        <dsp:cNvSpPr/>
      </dsp:nvSpPr>
      <dsp:spPr>
        <a:xfrm>
          <a:off x="245129" y="1197161"/>
          <a:ext cx="445690" cy="4456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206BFC-26EB-4858-96F8-436B99EAA642}">
      <dsp:nvSpPr>
        <dsp:cNvPr id="0" name=""/>
        <dsp:cNvSpPr/>
      </dsp:nvSpPr>
      <dsp:spPr>
        <a:xfrm>
          <a:off x="935949" y="1014833"/>
          <a:ext cx="37902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Solution Overview</a:t>
          </a:r>
        </a:p>
      </dsp:txBody>
      <dsp:txXfrm>
        <a:off x="935949" y="1014833"/>
        <a:ext cx="3790251" cy="810345"/>
      </dsp:txXfrm>
    </dsp:sp>
    <dsp:sp modelId="{3183BDA6-E964-4F75-A750-0D7F397B62A8}">
      <dsp:nvSpPr>
        <dsp:cNvPr id="0" name=""/>
        <dsp:cNvSpPr/>
      </dsp:nvSpPr>
      <dsp:spPr>
        <a:xfrm>
          <a:off x="0" y="2027765"/>
          <a:ext cx="47262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3CB77B-9860-4211-A29E-C2851EF378E1}">
      <dsp:nvSpPr>
        <dsp:cNvPr id="0" name=""/>
        <dsp:cNvSpPr/>
      </dsp:nvSpPr>
      <dsp:spPr>
        <a:xfrm>
          <a:off x="245129" y="2210093"/>
          <a:ext cx="445690" cy="4456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848E33-2B9F-4C01-A951-322630F07EAA}">
      <dsp:nvSpPr>
        <dsp:cNvPr id="0" name=""/>
        <dsp:cNvSpPr/>
      </dsp:nvSpPr>
      <dsp:spPr>
        <a:xfrm>
          <a:off x="935949" y="2027765"/>
          <a:ext cx="37902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Machine Learning Approach</a:t>
          </a:r>
        </a:p>
      </dsp:txBody>
      <dsp:txXfrm>
        <a:off x="935949" y="2027765"/>
        <a:ext cx="3790251" cy="810345"/>
      </dsp:txXfrm>
    </dsp:sp>
    <dsp:sp modelId="{492CA065-59A9-4DDA-9E83-FFAD1306CEEE}">
      <dsp:nvSpPr>
        <dsp:cNvPr id="0" name=""/>
        <dsp:cNvSpPr/>
      </dsp:nvSpPr>
      <dsp:spPr>
        <a:xfrm>
          <a:off x="0" y="3040697"/>
          <a:ext cx="47262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A29E95-D151-4983-A35E-6AF47A6B051F}">
      <dsp:nvSpPr>
        <dsp:cNvPr id="0" name=""/>
        <dsp:cNvSpPr/>
      </dsp:nvSpPr>
      <dsp:spPr>
        <a:xfrm>
          <a:off x="245129" y="3223025"/>
          <a:ext cx="445690" cy="44569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31F3BB-1A23-4A30-B74B-5A2CF13E3DDA}">
      <dsp:nvSpPr>
        <dsp:cNvPr id="0" name=""/>
        <dsp:cNvSpPr/>
      </dsp:nvSpPr>
      <dsp:spPr>
        <a:xfrm>
          <a:off x="935949" y="3040697"/>
          <a:ext cx="37902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Dashboard Walkthrough</a:t>
          </a:r>
        </a:p>
      </dsp:txBody>
      <dsp:txXfrm>
        <a:off x="935949" y="3040697"/>
        <a:ext cx="3790251" cy="810345"/>
      </dsp:txXfrm>
    </dsp:sp>
    <dsp:sp modelId="{85A52E3C-FBF5-4232-94FA-69F61861D368}">
      <dsp:nvSpPr>
        <dsp:cNvPr id="0" name=""/>
        <dsp:cNvSpPr/>
      </dsp:nvSpPr>
      <dsp:spPr>
        <a:xfrm>
          <a:off x="0" y="4053629"/>
          <a:ext cx="47262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653314-9F12-44E7-9CD5-B38B5EC02E3B}">
      <dsp:nvSpPr>
        <dsp:cNvPr id="0" name=""/>
        <dsp:cNvSpPr/>
      </dsp:nvSpPr>
      <dsp:spPr>
        <a:xfrm>
          <a:off x="245129" y="4235957"/>
          <a:ext cx="445690" cy="44569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AC8286-5F29-49D2-8E4C-F836B03D340C}">
      <dsp:nvSpPr>
        <dsp:cNvPr id="0" name=""/>
        <dsp:cNvSpPr/>
      </dsp:nvSpPr>
      <dsp:spPr>
        <a:xfrm>
          <a:off x="935949" y="4053629"/>
          <a:ext cx="37902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Key Insights</a:t>
          </a:r>
        </a:p>
      </dsp:txBody>
      <dsp:txXfrm>
        <a:off x="935949" y="4053629"/>
        <a:ext cx="3790251" cy="810345"/>
      </dsp:txXfrm>
    </dsp:sp>
    <dsp:sp modelId="{1353933E-85C3-4E77-8425-5D3B92A180F9}">
      <dsp:nvSpPr>
        <dsp:cNvPr id="0" name=""/>
        <dsp:cNvSpPr/>
      </dsp:nvSpPr>
      <dsp:spPr>
        <a:xfrm>
          <a:off x="0" y="5066561"/>
          <a:ext cx="47262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8832A9-4D95-4ECF-A386-D2C639183E6F}">
      <dsp:nvSpPr>
        <dsp:cNvPr id="0" name=""/>
        <dsp:cNvSpPr/>
      </dsp:nvSpPr>
      <dsp:spPr>
        <a:xfrm>
          <a:off x="245129" y="5248889"/>
          <a:ext cx="445690" cy="44569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8EB247-7A1E-46AD-BFFA-C23BE9971BF0}">
      <dsp:nvSpPr>
        <dsp:cNvPr id="0" name=""/>
        <dsp:cNvSpPr/>
      </dsp:nvSpPr>
      <dsp:spPr>
        <a:xfrm>
          <a:off x="935949" y="5066561"/>
          <a:ext cx="37902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Business Impact</a:t>
          </a:r>
        </a:p>
      </dsp:txBody>
      <dsp:txXfrm>
        <a:off x="935949" y="5066561"/>
        <a:ext cx="3790251" cy="8103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45403E-90A5-4888-8012-E66FE5D9C97E}">
      <dsp:nvSpPr>
        <dsp:cNvPr id="0" name=""/>
        <dsp:cNvSpPr/>
      </dsp:nvSpPr>
      <dsp:spPr>
        <a:xfrm>
          <a:off x="0" y="717"/>
          <a:ext cx="472620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9E14EA-5593-4337-AB59-365B5D9570DF}">
      <dsp:nvSpPr>
        <dsp:cNvPr id="0" name=""/>
        <dsp:cNvSpPr/>
      </dsp:nvSpPr>
      <dsp:spPr>
        <a:xfrm>
          <a:off x="0" y="717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Traditional credit risk assessment is reactive and manual.</a:t>
          </a:r>
        </a:p>
      </dsp:txBody>
      <dsp:txXfrm>
        <a:off x="0" y="717"/>
        <a:ext cx="4726201" cy="1175474"/>
      </dsp:txXfrm>
    </dsp:sp>
    <dsp:sp modelId="{3FBDFB20-FEFD-4E6A-B141-D27CD20A5682}">
      <dsp:nvSpPr>
        <dsp:cNvPr id="0" name=""/>
        <dsp:cNvSpPr/>
      </dsp:nvSpPr>
      <dsp:spPr>
        <a:xfrm>
          <a:off x="0" y="1176192"/>
          <a:ext cx="4726201" cy="0"/>
        </a:xfrm>
        <a:prstGeom prst="line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accent2">
              <a:hueOff val="1170380"/>
              <a:satOff val="-1460"/>
              <a:lumOff val="3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3AF334-0BE8-4DC5-8080-DEF6B24C55CC}">
      <dsp:nvSpPr>
        <dsp:cNvPr id="0" name=""/>
        <dsp:cNvSpPr/>
      </dsp:nvSpPr>
      <dsp:spPr>
        <a:xfrm>
          <a:off x="0" y="1176192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Financial institutions require:</a:t>
          </a:r>
        </a:p>
      </dsp:txBody>
      <dsp:txXfrm>
        <a:off x="0" y="1176192"/>
        <a:ext cx="4726201" cy="1175474"/>
      </dsp:txXfrm>
    </dsp:sp>
    <dsp:sp modelId="{4B35688F-53D7-4EE1-BB00-7D5B18F1B14B}">
      <dsp:nvSpPr>
        <dsp:cNvPr id="0" name=""/>
        <dsp:cNvSpPr/>
      </dsp:nvSpPr>
      <dsp:spPr>
        <a:xfrm>
          <a:off x="0" y="2351667"/>
          <a:ext cx="4726201" cy="0"/>
        </a:xfrm>
        <a:prstGeom prst="line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DE5941-C04A-4A1E-9532-F7963C039EC0}">
      <dsp:nvSpPr>
        <dsp:cNvPr id="0" name=""/>
        <dsp:cNvSpPr/>
      </dsp:nvSpPr>
      <dsp:spPr>
        <a:xfrm>
          <a:off x="0" y="2351667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Early delinquency detection</a:t>
          </a:r>
        </a:p>
      </dsp:txBody>
      <dsp:txXfrm>
        <a:off x="0" y="2351667"/>
        <a:ext cx="4726201" cy="1175474"/>
      </dsp:txXfrm>
    </dsp:sp>
    <dsp:sp modelId="{A49AF252-3391-4D04-B3A9-D0DC41474AFD}">
      <dsp:nvSpPr>
        <dsp:cNvPr id="0" name=""/>
        <dsp:cNvSpPr/>
      </dsp:nvSpPr>
      <dsp:spPr>
        <a:xfrm>
          <a:off x="0" y="3527141"/>
          <a:ext cx="4726201" cy="0"/>
        </a:xfrm>
        <a:prstGeom prst="line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accent2">
              <a:hueOff val="3511139"/>
              <a:satOff val="-4379"/>
              <a:lumOff val="10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9F0A84-1DF8-4C13-BC3D-9217C784FC12}">
      <dsp:nvSpPr>
        <dsp:cNvPr id="0" name=""/>
        <dsp:cNvSpPr/>
      </dsp:nvSpPr>
      <dsp:spPr>
        <a:xfrm>
          <a:off x="0" y="3527141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Risk-based customer segmentation</a:t>
          </a:r>
        </a:p>
      </dsp:txBody>
      <dsp:txXfrm>
        <a:off x="0" y="3527141"/>
        <a:ext cx="4726201" cy="1175474"/>
      </dsp:txXfrm>
    </dsp:sp>
    <dsp:sp modelId="{DB01AE82-1EA0-4BCC-BB99-CDFE12F11FFD}">
      <dsp:nvSpPr>
        <dsp:cNvPr id="0" name=""/>
        <dsp:cNvSpPr/>
      </dsp:nvSpPr>
      <dsp:spPr>
        <a:xfrm>
          <a:off x="0" y="4702616"/>
          <a:ext cx="4726201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8F4BCE-86CE-4AE5-AB67-6F1DDC86D15F}">
      <dsp:nvSpPr>
        <dsp:cNvPr id="0" name=""/>
        <dsp:cNvSpPr/>
      </dsp:nvSpPr>
      <dsp:spPr>
        <a:xfrm>
          <a:off x="0" y="4702616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Actionable insights for decision-making</a:t>
          </a:r>
        </a:p>
      </dsp:txBody>
      <dsp:txXfrm>
        <a:off x="0" y="4702616"/>
        <a:ext cx="4726201" cy="11754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253380-51D0-4FE7-B911-C4ABC6EE0A8B}">
      <dsp:nvSpPr>
        <dsp:cNvPr id="0" name=""/>
        <dsp:cNvSpPr/>
      </dsp:nvSpPr>
      <dsp:spPr>
        <a:xfrm>
          <a:off x="0" y="717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90164D-3B4F-4ED5-80DF-B003C99DA159}">
      <dsp:nvSpPr>
        <dsp:cNvPr id="0" name=""/>
        <dsp:cNvSpPr/>
      </dsp:nvSpPr>
      <dsp:spPr>
        <a:xfrm>
          <a:off x="0" y="717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An AI-powered system that predicts credit card delinquency risk.</a:t>
          </a:r>
        </a:p>
      </dsp:txBody>
      <dsp:txXfrm>
        <a:off x="0" y="717"/>
        <a:ext cx="4726201" cy="1175474"/>
      </dsp:txXfrm>
    </dsp:sp>
    <dsp:sp modelId="{D9629D4B-0619-4771-9C04-E414FAD7636A}">
      <dsp:nvSpPr>
        <dsp:cNvPr id="0" name=""/>
        <dsp:cNvSpPr/>
      </dsp:nvSpPr>
      <dsp:spPr>
        <a:xfrm>
          <a:off x="0" y="1176192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E43E5A-C793-4D99-9DE0-6B7D7D656C3E}">
      <dsp:nvSpPr>
        <dsp:cNvPr id="0" name=""/>
        <dsp:cNvSpPr/>
      </dsp:nvSpPr>
      <dsp:spPr>
        <a:xfrm>
          <a:off x="0" y="1176192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Key Capabilities:</a:t>
          </a:r>
        </a:p>
      </dsp:txBody>
      <dsp:txXfrm>
        <a:off x="0" y="1176192"/>
        <a:ext cx="4726201" cy="1175474"/>
      </dsp:txXfrm>
    </dsp:sp>
    <dsp:sp modelId="{F19BF637-4FBD-4226-9310-891081A6BD5D}">
      <dsp:nvSpPr>
        <dsp:cNvPr id="0" name=""/>
        <dsp:cNvSpPr/>
      </dsp:nvSpPr>
      <dsp:spPr>
        <a:xfrm>
          <a:off x="0" y="2351667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DEB96E-773E-44A2-A0FF-8846BC296541}">
      <dsp:nvSpPr>
        <dsp:cNvPr id="0" name=""/>
        <dsp:cNvSpPr/>
      </dsp:nvSpPr>
      <dsp:spPr>
        <a:xfrm>
          <a:off x="0" y="2351667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Automated risk classification</a:t>
          </a:r>
        </a:p>
      </dsp:txBody>
      <dsp:txXfrm>
        <a:off x="0" y="2351667"/>
        <a:ext cx="4726201" cy="1175474"/>
      </dsp:txXfrm>
    </dsp:sp>
    <dsp:sp modelId="{B007BEC6-ABA2-464A-B247-FF02F90FFE9D}">
      <dsp:nvSpPr>
        <dsp:cNvPr id="0" name=""/>
        <dsp:cNvSpPr/>
      </dsp:nvSpPr>
      <dsp:spPr>
        <a:xfrm>
          <a:off x="0" y="3527141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9012E5-9F40-45D2-94B9-BE45A8E791A0}">
      <dsp:nvSpPr>
        <dsp:cNvPr id="0" name=""/>
        <dsp:cNvSpPr/>
      </dsp:nvSpPr>
      <dsp:spPr>
        <a:xfrm>
          <a:off x="0" y="3527141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Interactive dashboards</a:t>
          </a:r>
        </a:p>
      </dsp:txBody>
      <dsp:txXfrm>
        <a:off x="0" y="3527141"/>
        <a:ext cx="4726201" cy="1175474"/>
      </dsp:txXfrm>
    </dsp:sp>
    <dsp:sp modelId="{C8428E76-50D4-4F70-B7F2-395131984449}">
      <dsp:nvSpPr>
        <dsp:cNvPr id="0" name=""/>
        <dsp:cNvSpPr/>
      </dsp:nvSpPr>
      <dsp:spPr>
        <a:xfrm>
          <a:off x="0" y="4702616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DF9C3C-CF5F-4C2B-A6D1-366879E4A3E5}">
      <dsp:nvSpPr>
        <dsp:cNvPr id="0" name=""/>
        <dsp:cNvSpPr/>
      </dsp:nvSpPr>
      <dsp:spPr>
        <a:xfrm>
          <a:off x="0" y="4702616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High-priority customer alerts</a:t>
          </a:r>
        </a:p>
      </dsp:txBody>
      <dsp:txXfrm>
        <a:off x="0" y="4702616"/>
        <a:ext cx="4726201" cy="117547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EF4CEC-4EE1-4454-83A7-DD8AE4E371EF}">
      <dsp:nvSpPr>
        <dsp:cNvPr id="0" name=""/>
        <dsp:cNvSpPr/>
      </dsp:nvSpPr>
      <dsp:spPr>
        <a:xfrm>
          <a:off x="0" y="4592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AA8972-A3AB-48E1-9983-FEAB19996FB4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9B1861-01CB-4BF8-B1B4-2FE5E8570717}">
      <dsp:nvSpPr>
        <dsp:cNvPr id="0" name=""/>
        <dsp:cNvSpPr/>
      </dsp:nvSpPr>
      <dsp:spPr>
        <a:xfrm>
          <a:off x="1129902" y="4592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1. Customer Data Upload (CSV / Excel)</a:t>
          </a:r>
        </a:p>
      </dsp:txBody>
      <dsp:txXfrm>
        <a:off x="1129902" y="4592"/>
        <a:ext cx="3596298" cy="978270"/>
      </dsp:txXfrm>
    </dsp:sp>
    <dsp:sp modelId="{C59792BF-0174-4BEF-8DC2-C258E2C96073}">
      <dsp:nvSpPr>
        <dsp:cNvPr id="0" name=""/>
        <dsp:cNvSpPr/>
      </dsp:nvSpPr>
      <dsp:spPr>
        <a:xfrm>
          <a:off x="0" y="1227431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6C72CB-F4DD-4423-B709-6ECC35C005E4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FA4B3F-50D0-4210-BEFB-1072BF0E907E}">
      <dsp:nvSpPr>
        <dsp:cNvPr id="0" name=""/>
        <dsp:cNvSpPr/>
      </dsp:nvSpPr>
      <dsp:spPr>
        <a:xfrm>
          <a:off x="1129902" y="1227431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2. Data Preprocessing &amp; Scaling</a:t>
          </a:r>
        </a:p>
      </dsp:txBody>
      <dsp:txXfrm>
        <a:off x="1129902" y="1227431"/>
        <a:ext cx="3596298" cy="978270"/>
      </dsp:txXfrm>
    </dsp:sp>
    <dsp:sp modelId="{A1C190F2-20C1-44B0-BF3E-06AD62623D2E}">
      <dsp:nvSpPr>
        <dsp:cNvPr id="0" name=""/>
        <dsp:cNvSpPr/>
      </dsp:nvSpPr>
      <dsp:spPr>
        <a:xfrm>
          <a:off x="0" y="2450269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8E2DD7-F22B-4C86-994C-B7077EDA4460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6D76E5-1806-4B39-B508-59DFE146D969}">
      <dsp:nvSpPr>
        <dsp:cNvPr id="0" name=""/>
        <dsp:cNvSpPr/>
      </dsp:nvSpPr>
      <dsp:spPr>
        <a:xfrm>
          <a:off x="1129902" y="2450269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3. Machine Learning Prediction</a:t>
          </a:r>
        </a:p>
      </dsp:txBody>
      <dsp:txXfrm>
        <a:off x="1129902" y="2450269"/>
        <a:ext cx="3596298" cy="978270"/>
      </dsp:txXfrm>
    </dsp:sp>
    <dsp:sp modelId="{99644F1E-0376-479D-9B9C-9CC08380FAEE}">
      <dsp:nvSpPr>
        <dsp:cNvPr id="0" name=""/>
        <dsp:cNvSpPr/>
      </dsp:nvSpPr>
      <dsp:spPr>
        <a:xfrm>
          <a:off x="0" y="3673107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0C0186-1273-4716-85BA-7C7C876E616C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CE7FE2-3B51-4D22-8D5E-605078CEDE37}">
      <dsp:nvSpPr>
        <dsp:cNvPr id="0" name=""/>
        <dsp:cNvSpPr/>
      </dsp:nvSpPr>
      <dsp:spPr>
        <a:xfrm>
          <a:off x="1129902" y="3673107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4. Risk Categorization</a:t>
          </a:r>
        </a:p>
      </dsp:txBody>
      <dsp:txXfrm>
        <a:off x="1129902" y="3673107"/>
        <a:ext cx="3596298" cy="978270"/>
      </dsp:txXfrm>
    </dsp:sp>
    <dsp:sp modelId="{66573791-7A36-4977-B7E1-23F7DECB8C2C}">
      <dsp:nvSpPr>
        <dsp:cNvPr id="0" name=""/>
        <dsp:cNvSpPr/>
      </dsp:nvSpPr>
      <dsp:spPr>
        <a:xfrm>
          <a:off x="0" y="4895945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925416-5979-4E4F-B4A2-4F2040262DD4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D67C2E-A5BB-4297-AEB4-54C51AE68262}">
      <dsp:nvSpPr>
        <dsp:cNvPr id="0" name=""/>
        <dsp:cNvSpPr/>
      </dsp:nvSpPr>
      <dsp:spPr>
        <a:xfrm>
          <a:off x="1129902" y="4895945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5. Visual Analytics &amp; Reporting</a:t>
          </a:r>
        </a:p>
      </dsp:txBody>
      <dsp:txXfrm>
        <a:off x="1129902" y="4895945"/>
        <a:ext cx="3596298" cy="97827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041689-029E-4182-8D98-8A4B5DA00503}">
      <dsp:nvSpPr>
        <dsp:cNvPr id="0" name=""/>
        <dsp:cNvSpPr/>
      </dsp:nvSpPr>
      <dsp:spPr>
        <a:xfrm>
          <a:off x="0" y="2439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61F5F2-3CC2-435F-AD09-C5499283341E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F8D769-0682-43E0-B53F-3F38C154F53F}">
      <dsp:nvSpPr>
        <dsp:cNvPr id="0" name=""/>
        <dsp:cNvSpPr/>
      </dsp:nvSpPr>
      <dsp:spPr>
        <a:xfrm>
          <a:off x="1428292" y="2439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Reduced default probability</a:t>
          </a:r>
        </a:p>
      </dsp:txBody>
      <dsp:txXfrm>
        <a:off x="1428292" y="2439"/>
        <a:ext cx="3297908" cy="1236616"/>
      </dsp:txXfrm>
    </dsp:sp>
    <dsp:sp modelId="{7E6876C4-04CE-4A14-AD35-8113609C3C8E}">
      <dsp:nvSpPr>
        <dsp:cNvPr id="0" name=""/>
        <dsp:cNvSpPr/>
      </dsp:nvSpPr>
      <dsp:spPr>
        <a:xfrm>
          <a:off x="0" y="1548210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6F4CBB-8A72-4816-AA9B-BEFFD86EA00F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DEED5D-A6E0-468C-9EE5-E7409E1FFB57}">
      <dsp:nvSpPr>
        <dsp:cNvPr id="0" name=""/>
        <dsp:cNvSpPr/>
      </dsp:nvSpPr>
      <dsp:spPr>
        <a:xfrm>
          <a:off x="1428292" y="1548210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Improved portfolio health</a:t>
          </a:r>
        </a:p>
      </dsp:txBody>
      <dsp:txXfrm>
        <a:off x="1428292" y="1548210"/>
        <a:ext cx="3297908" cy="1236616"/>
      </dsp:txXfrm>
    </dsp:sp>
    <dsp:sp modelId="{0CEC9432-2455-4475-B855-82FE5ABE92D7}">
      <dsp:nvSpPr>
        <dsp:cNvPr id="0" name=""/>
        <dsp:cNvSpPr/>
      </dsp:nvSpPr>
      <dsp:spPr>
        <a:xfrm>
          <a:off x="0" y="3093981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075959-B4C5-46A7-BF51-12EF48DC7D43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A89D56-AFBC-4AB7-B7BB-B2EC435EC51A}">
      <dsp:nvSpPr>
        <dsp:cNvPr id="0" name=""/>
        <dsp:cNvSpPr/>
      </dsp:nvSpPr>
      <dsp:spPr>
        <a:xfrm>
          <a:off x="1428292" y="3093981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Faster credit decision cycles</a:t>
          </a:r>
        </a:p>
      </dsp:txBody>
      <dsp:txXfrm>
        <a:off x="1428292" y="3093981"/>
        <a:ext cx="3297908" cy="1236616"/>
      </dsp:txXfrm>
    </dsp:sp>
    <dsp:sp modelId="{66B2DD83-40CE-401F-B44E-1FCB213F9C0B}">
      <dsp:nvSpPr>
        <dsp:cNvPr id="0" name=""/>
        <dsp:cNvSpPr/>
      </dsp:nvSpPr>
      <dsp:spPr>
        <a:xfrm>
          <a:off x="0" y="4639752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35CF4E-0828-4955-AA54-675B61CF2890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4A8FB8-9413-417E-9A7F-A0646CF6F56B}">
      <dsp:nvSpPr>
        <dsp:cNvPr id="0" name=""/>
        <dsp:cNvSpPr/>
      </dsp:nvSpPr>
      <dsp:spPr>
        <a:xfrm>
          <a:off x="1428292" y="4639752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Scalable for enterprise deployment</a:t>
          </a:r>
        </a:p>
      </dsp:txBody>
      <dsp:txXfrm>
        <a:off x="1428292" y="4639752"/>
        <a:ext cx="3297908" cy="123661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75EA33-C45C-4968-9382-FF915C25437A}">
      <dsp:nvSpPr>
        <dsp:cNvPr id="0" name=""/>
        <dsp:cNvSpPr/>
      </dsp:nvSpPr>
      <dsp:spPr>
        <a:xfrm>
          <a:off x="0" y="4592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B13E7A-5CD3-4E9C-9C3F-C8BDEA55BF5E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3EEF37-B50A-4765-A069-AA56F52BB735}">
      <dsp:nvSpPr>
        <dsp:cNvPr id="0" name=""/>
        <dsp:cNvSpPr/>
      </dsp:nvSpPr>
      <dsp:spPr>
        <a:xfrm>
          <a:off x="1129902" y="4592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The solution demonstrates effective AI-driven credit risk prediction.</a:t>
          </a:r>
        </a:p>
      </dsp:txBody>
      <dsp:txXfrm>
        <a:off x="1129902" y="4592"/>
        <a:ext cx="3596298" cy="978270"/>
      </dsp:txXfrm>
    </dsp:sp>
    <dsp:sp modelId="{37F67DB4-C66D-418E-A90A-F09217236A87}">
      <dsp:nvSpPr>
        <dsp:cNvPr id="0" name=""/>
        <dsp:cNvSpPr/>
      </dsp:nvSpPr>
      <dsp:spPr>
        <a:xfrm>
          <a:off x="0" y="1227431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580EEE-FC1D-4AFB-A217-6EB903D020DA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530CE6-1DBD-4F8A-BA52-DB2D3A66C86E}">
      <dsp:nvSpPr>
        <dsp:cNvPr id="0" name=""/>
        <dsp:cNvSpPr/>
      </dsp:nvSpPr>
      <dsp:spPr>
        <a:xfrm>
          <a:off x="1129902" y="1227431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Next Steps:</a:t>
          </a:r>
        </a:p>
      </dsp:txBody>
      <dsp:txXfrm>
        <a:off x="1129902" y="1227431"/>
        <a:ext cx="3596298" cy="978270"/>
      </dsp:txXfrm>
    </dsp:sp>
    <dsp:sp modelId="{80A81885-D7DC-428B-99FE-C68EA6270800}">
      <dsp:nvSpPr>
        <dsp:cNvPr id="0" name=""/>
        <dsp:cNvSpPr/>
      </dsp:nvSpPr>
      <dsp:spPr>
        <a:xfrm>
          <a:off x="0" y="2450269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8D6639-EDE3-4743-8696-F9F656E22DA9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1907F3-2440-4FB6-86E8-D23F2D4E5B3A}">
      <dsp:nvSpPr>
        <dsp:cNvPr id="0" name=""/>
        <dsp:cNvSpPr/>
      </dsp:nvSpPr>
      <dsp:spPr>
        <a:xfrm>
          <a:off x="1129902" y="2450269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Real-time API integration</a:t>
          </a:r>
        </a:p>
      </dsp:txBody>
      <dsp:txXfrm>
        <a:off x="1129902" y="2450269"/>
        <a:ext cx="3596298" cy="978270"/>
      </dsp:txXfrm>
    </dsp:sp>
    <dsp:sp modelId="{85A6F13C-3E52-4176-868D-02B1D832287F}">
      <dsp:nvSpPr>
        <dsp:cNvPr id="0" name=""/>
        <dsp:cNvSpPr/>
      </dsp:nvSpPr>
      <dsp:spPr>
        <a:xfrm>
          <a:off x="0" y="3673107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BE9230-8BC6-4D41-8CE1-872B99B2228B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D0AB83-6FCF-43AD-82D8-66A721833376}">
      <dsp:nvSpPr>
        <dsp:cNvPr id="0" name=""/>
        <dsp:cNvSpPr/>
      </dsp:nvSpPr>
      <dsp:spPr>
        <a:xfrm>
          <a:off x="1129902" y="3673107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Model retraining with live data</a:t>
          </a:r>
        </a:p>
      </dsp:txBody>
      <dsp:txXfrm>
        <a:off x="1129902" y="3673107"/>
        <a:ext cx="3596298" cy="978270"/>
      </dsp:txXfrm>
    </dsp:sp>
    <dsp:sp modelId="{66BD61B0-5FFA-4747-B68C-490D68D1E666}">
      <dsp:nvSpPr>
        <dsp:cNvPr id="0" name=""/>
        <dsp:cNvSpPr/>
      </dsp:nvSpPr>
      <dsp:spPr>
        <a:xfrm>
          <a:off x="0" y="4895945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968D6F-9B75-4FC5-A00C-E640EAACFE15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0EE76D-4A93-45DB-BCB4-CB9B11457557}">
      <dsp:nvSpPr>
        <dsp:cNvPr id="0" name=""/>
        <dsp:cNvSpPr/>
      </dsp:nvSpPr>
      <dsp:spPr>
        <a:xfrm>
          <a:off x="1129902" y="4895945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Enterprise banking system integration</a:t>
          </a:r>
        </a:p>
      </dsp:txBody>
      <dsp:txXfrm>
        <a:off x="1129902" y="4895945"/>
        <a:ext cx="3596298" cy="9782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6xmscjrxzuugtjs78eezo.streamlit.app/" TargetMode="External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73321" y="640080"/>
            <a:ext cx="4688333" cy="2534441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4700" dirty="0"/>
              <a:t>Credit Card Delinquency Predictor</a:t>
            </a:r>
            <a:br>
              <a:rPr lang="en-US" sz="4700" dirty="0"/>
            </a:br>
            <a:endParaRPr lang="en-US" sz="47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73320" y="4636008"/>
            <a:ext cx="4688333" cy="1572768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200" dirty="0"/>
              <a:t>AI-Powered Risk Assessment System</a:t>
            </a:r>
          </a:p>
          <a:p>
            <a:pPr algn="l">
              <a:lnSpc>
                <a:spcPct val="90000"/>
              </a:lnSpc>
            </a:pPr>
            <a:endParaRPr lang="en-US" sz="2200" dirty="0"/>
          </a:p>
          <a:p>
            <a:pPr algn="l">
              <a:lnSpc>
                <a:spcPct val="90000"/>
              </a:lnSpc>
            </a:pPr>
            <a:r>
              <a:rPr lang="en-US" sz="2200" dirty="0"/>
              <a:t>Corporate Analytics Dashboard Presentation</a:t>
            </a:r>
          </a:p>
        </p:txBody>
      </p:sp>
      <p:pic>
        <p:nvPicPr>
          <p:cNvPr id="5" name="Picture 4" descr="A stack of bank cards">
            <a:extLst>
              <a:ext uri="{FF2B5EF4-FFF2-40B4-BE49-F238E27FC236}">
                <a16:creationId xmlns:a16="http://schemas.microsoft.com/office/drawing/2014/main" id="{3ED7CFAE-E285-9FA8-B620-CE5DB851EE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362" r="8514" b="2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646" y="4409267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04711 w 3182692"/>
              <a:gd name="connsiteY1" fmla="*/ 0 h 18288"/>
              <a:gd name="connsiteX2" fmla="*/ 1241250 w 3182692"/>
              <a:gd name="connsiteY2" fmla="*/ 0 h 18288"/>
              <a:gd name="connsiteX3" fmla="*/ 1909615 w 3182692"/>
              <a:gd name="connsiteY3" fmla="*/ 0 h 18288"/>
              <a:gd name="connsiteX4" fmla="*/ 2577981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482500 w 3182692"/>
              <a:gd name="connsiteY7" fmla="*/ 18288 h 18288"/>
              <a:gd name="connsiteX8" fmla="*/ 1782308 w 3182692"/>
              <a:gd name="connsiteY8" fmla="*/ 18288 h 18288"/>
              <a:gd name="connsiteX9" fmla="*/ 1145769 w 3182692"/>
              <a:gd name="connsiteY9" fmla="*/ 18288 h 18288"/>
              <a:gd name="connsiteX10" fmla="*/ 0 w 3182692"/>
              <a:gd name="connsiteY10" fmla="*/ 18288 h 18288"/>
              <a:gd name="connsiteX11" fmla="*/ 0 w 3182692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8EFB79-616A-4253-831F-55C85EC7583A}"/>
              </a:ext>
            </a:extLst>
          </p:cNvPr>
          <p:cNvSpPr txBox="1"/>
          <p:nvPr/>
        </p:nvSpPr>
        <p:spPr>
          <a:xfrm>
            <a:off x="3973321" y="2632416"/>
            <a:ext cx="31826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Presented by : Bikash Nath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Agenda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8736B0ED-82D1-87BE-CB42-EBBDEC8F4F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2776292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Business Problem</a:t>
            </a:r>
          </a:p>
        </p:txBody>
      </p:sp>
      <p:grpSp>
        <p:nvGrpSpPr>
          <p:cNvPr id="35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8" name="Oval 37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FAA39B4-6931-9161-02A0-01DDE869CA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8104158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Proposed Solution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A258C06-D931-01EE-6473-3EC1EA1932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8182427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chemeClr val="bg1"/>
                </a:solidFill>
              </a:rPr>
              <a:t>System Architecture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F83B17D-5851-4CC9-294A-6024342FE4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6330305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Application Dashboard Overview</a:t>
            </a:r>
          </a:p>
        </p:txBody>
      </p:sp>
      <p:pic>
        <p:nvPicPr>
          <p:cNvPr id="3" name="Picture 2" descr="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68" y="2142794"/>
            <a:ext cx="8495662" cy="40991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Visual Analytics – Risk Distribution</a:t>
            </a:r>
          </a:p>
        </p:txBody>
      </p:sp>
      <p:pic>
        <p:nvPicPr>
          <p:cNvPr id="3" name="Picture 2" descr="Visual 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68" y="2960502"/>
            <a:ext cx="8495662" cy="24637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Detailed Customer Risk Analysis</a:t>
            </a:r>
          </a:p>
        </p:txBody>
      </p:sp>
      <p:pic>
        <p:nvPicPr>
          <p:cNvPr id="3" name="Picture 2" descr="Detailed Customers 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68" y="2843687"/>
            <a:ext cx="8495662" cy="26973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High Priority Customer Identification</a:t>
            </a:r>
          </a:p>
        </p:txBody>
      </p:sp>
      <p:pic>
        <p:nvPicPr>
          <p:cNvPr id="3" name="Picture 2" descr="High Prioritu Custo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68" y="2726872"/>
            <a:ext cx="8495662" cy="293100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Risk Assessment Summary Cards</a:t>
            </a:r>
          </a:p>
        </p:txBody>
      </p:sp>
      <p:pic>
        <p:nvPicPr>
          <p:cNvPr id="3" name="Picture 2" descr="Risk Assessment 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68" y="2833067"/>
            <a:ext cx="8495662" cy="271861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esk with productivity items">
            <a:extLst>
              <a:ext uri="{FF2B5EF4-FFF2-40B4-BE49-F238E27FC236}">
                <a16:creationId xmlns:a16="http://schemas.microsoft.com/office/drawing/2014/main" id="{C7ACEFC3-4985-DBA0-AC2D-AD85FBB7FF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400" r="20150" b="-1"/>
          <a:stretch>
            <a:fillRect/>
          </a:stretch>
        </p:blipFill>
        <p:spPr>
          <a:xfrm>
            <a:off x="4577270" y="10"/>
            <a:ext cx="4566728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328512"/>
            <a:ext cx="3583791" cy="1628970"/>
          </a:xfrm>
        </p:spPr>
        <p:txBody>
          <a:bodyPr anchor="ctr">
            <a:normAutofit/>
          </a:bodyPr>
          <a:lstStyle/>
          <a:p>
            <a:r>
              <a:rPr lang="en-US" sz="3500"/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884929"/>
            <a:ext cx="3494817" cy="3374137"/>
          </a:xfrm>
        </p:spPr>
        <p:txBody>
          <a:bodyPr anchor="ctr">
            <a:normAutofit/>
          </a:bodyPr>
          <a:lstStyle/>
          <a:p>
            <a:r>
              <a:rPr lang="en-US" sz="1700"/>
              <a:t>• 83% customers classified as No Risk</a:t>
            </a:r>
          </a:p>
          <a:p>
            <a:r>
              <a:rPr lang="en-US" sz="1700"/>
              <a:t>• 17% customers require monitoring</a:t>
            </a:r>
          </a:p>
          <a:p>
            <a:r>
              <a:rPr lang="en-US" sz="1700"/>
              <a:t>• 11 customers flagged as high priority</a:t>
            </a:r>
          </a:p>
          <a:p>
            <a:r>
              <a:rPr lang="en-US" sz="1700"/>
              <a:t>• Enables proactive risk mitigation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Business Impact</a:t>
            </a:r>
          </a:p>
        </p:txBody>
      </p:sp>
      <p:grpSp>
        <p:nvGrpSpPr>
          <p:cNvPr id="37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9" name="Oval 38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41" name="Content Placeholder 2">
            <a:extLst>
              <a:ext uri="{FF2B5EF4-FFF2-40B4-BE49-F238E27FC236}">
                <a16:creationId xmlns:a16="http://schemas.microsoft.com/office/drawing/2014/main" id="{7B96F09A-C021-5B4C-E7DE-18F9789D30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7173593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chemeClr val="bg1"/>
                </a:solidFill>
              </a:rPr>
              <a:t>Conclusion &amp; Next Steps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867CC9-0F71-4958-F35B-8E78B6AD47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6462583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9144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5101E6E-869B-2E56-1DCA-5A535BC1B41F}"/>
              </a:ext>
            </a:extLst>
          </p:cNvPr>
          <p:cNvSpPr txBox="1"/>
          <p:nvPr/>
        </p:nvSpPr>
        <p:spPr>
          <a:xfrm>
            <a:off x="863524" y="-105320"/>
            <a:ext cx="5266135" cy="23083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3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3DEC95-9C93-E2C4-6A52-8A79C48B876A}"/>
              </a:ext>
            </a:extLst>
          </p:cNvPr>
          <p:cNvSpPr txBox="1"/>
          <p:nvPr/>
        </p:nvSpPr>
        <p:spPr>
          <a:xfrm>
            <a:off x="876434" y="2333402"/>
            <a:ext cx="5269314" cy="101277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4000" kern="1200" dirty="0">
                <a:solidFill>
                  <a:schemeClr val="bg1"/>
                </a:solidFill>
                <a:latin typeface="Adobe Caslon Pro Bold" panose="0205070206050A020403" pitchFamily="18" charset="0"/>
              </a:rPr>
              <a:t>Questions &amp; Discussion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4E7DFD-709F-7200-82CB-A76640129D83}"/>
              </a:ext>
            </a:extLst>
          </p:cNvPr>
          <p:cNvSpPr txBox="1"/>
          <p:nvPr/>
        </p:nvSpPr>
        <p:spPr>
          <a:xfrm>
            <a:off x="973938" y="3022831"/>
            <a:ext cx="4572000" cy="466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85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chemeClr val="bg1"/>
                </a:solidFill>
                <a:latin typeface="Abadi ExtraLight" panose="020F0502020204030204" pitchFamily="34" charset="0"/>
                <a:ea typeface="Inter" pitchFamily="34" charset="-122"/>
                <a:cs typeface="Inter" pitchFamily="34" charset="-120"/>
              </a:rPr>
              <a:t>Presented by: Bikash Nath</a:t>
            </a:r>
            <a:endParaRPr lang="en-US" sz="2800" dirty="0">
              <a:solidFill>
                <a:schemeClr val="bg1"/>
              </a:solidFill>
              <a:latin typeface="Abadi ExtraLight" panose="020F0502020204030204" pitchFamily="34" charset="0"/>
            </a:endParaRPr>
          </a:p>
        </p:txBody>
      </p:sp>
      <p:sp>
        <p:nvSpPr>
          <p:cNvPr id="12" name="TextBox 11">
            <a:hlinkClick r:id="rId3"/>
            <a:extLst>
              <a:ext uri="{FF2B5EF4-FFF2-40B4-BE49-F238E27FC236}">
                <a16:creationId xmlns:a16="http://schemas.microsoft.com/office/drawing/2014/main" id="{C39B81C7-2ECB-9CC4-8432-DE718C01ECD8}"/>
              </a:ext>
            </a:extLst>
          </p:cNvPr>
          <p:cNvSpPr txBox="1"/>
          <p:nvPr/>
        </p:nvSpPr>
        <p:spPr>
          <a:xfrm>
            <a:off x="973938" y="3731871"/>
            <a:ext cx="55222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 - https://c6xmscjrxzuugtjs78eezo.streamlit.app/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5133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Words>245</Words>
  <Application>Microsoft Office PowerPoint</Application>
  <PresentationFormat>On-screen Show (4:3)</PresentationFormat>
  <Paragraphs>55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Abadi ExtraLight</vt:lpstr>
      <vt:lpstr>Adobe Caslon Pro Bold</vt:lpstr>
      <vt:lpstr>Arial</vt:lpstr>
      <vt:lpstr>Calibri</vt:lpstr>
      <vt:lpstr>Inter</vt:lpstr>
      <vt:lpstr>Office Theme</vt:lpstr>
      <vt:lpstr>Credit Card Delinquency Predictor </vt:lpstr>
      <vt:lpstr>Agenda</vt:lpstr>
      <vt:lpstr>Business Problem</vt:lpstr>
      <vt:lpstr>Proposed Solution</vt:lpstr>
      <vt:lpstr>System Architecture</vt:lpstr>
      <vt:lpstr>Application Dashboard Overview</vt:lpstr>
      <vt:lpstr>Visual Analytics – Risk Distribution</vt:lpstr>
      <vt:lpstr>Detailed Customer Risk Analysis</vt:lpstr>
      <vt:lpstr>High Priority Customer Identification</vt:lpstr>
      <vt:lpstr>Risk Assessment Summary Cards</vt:lpstr>
      <vt:lpstr>Key Business Insights</vt:lpstr>
      <vt:lpstr>Business Impact</vt:lpstr>
      <vt:lpstr>Conclusion &amp; Next Steps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Bikash Nath</dc:creator>
  <cp:keywords/>
  <dc:description>generated using python-pptx</dc:description>
  <cp:lastModifiedBy>Bikash Nath</cp:lastModifiedBy>
  <cp:revision>3</cp:revision>
  <dcterms:created xsi:type="dcterms:W3CDTF">2013-01-27T09:14:16Z</dcterms:created>
  <dcterms:modified xsi:type="dcterms:W3CDTF">2025-12-10T09:51:09Z</dcterms:modified>
  <cp:category/>
</cp:coreProperties>
</file>